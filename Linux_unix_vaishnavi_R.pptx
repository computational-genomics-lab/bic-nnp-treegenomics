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6" r:id="rId2"/>
    <p:sldId id="270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E2780D-F900-7940-B7D2-6D3AEF3EF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2A6E1-7147-6D53-BAA9-01DCE4115D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167BE-089E-490D-BF84-71C7CE40F95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4BCF7-FA98-12F8-895A-73B12874C7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CA50-75A8-9669-A151-0DCD4F0C4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BADF2-EFD7-499C-8C2D-03ADD5668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79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7973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90291" y="274661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noFill/>
                </a:ln>
                <a:solidFill>
                  <a:srgbClr val="00206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HackWeek 2026</a:t>
            </a:r>
            <a:endParaRPr lang="en-US" sz="2000" b="0" dirty="0">
              <a:ln w="3175">
                <a:noFill/>
              </a:ln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20240" y="658368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206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Vaishnavi R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Unix/Linux scripting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journals.plos.org/plosbiology/article?id=10.1371/journal.pbio.1001745" TargetMode="External"/><Relationship Id="rId2" Type="http://schemas.openxmlformats.org/officeDocument/2006/relationships/hyperlink" Target="http://journals.plos.org/ploscompbiol/article?id=10.1371/journal.pcbi.100042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hackerrank.com/domains/shell" TargetMode="External"/><Relationship Id="rId4" Type="http://schemas.openxmlformats.org/officeDocument/2006/relationships/hyperlink" Target="https://sandbox.bio/tutorials?id=terminal-basics" TargetMode="Externa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Unix</a:t>
            </a:r>
            <a:r>
              <a:rPr lang="en-IN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/Linux</a:t>
            </a: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 Command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15782-8E49-33B5-3555-C763B656215F}"/>
              </a:ext>
            </a:extLst>
          </p:cNvPr>
          <p:cNvSpPr txBox="1"/>
          <p:nvPr/>
        </p:nvSpPr>
        <p:spPr>
          <a:xfrm>
            <a:off x="8873429" y="4721901"/>
            <a:ext cx="28308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Vaishnavi R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Associate – 1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 Lab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CSIR IICB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77E60F-5B9D-9289-2416-84708C269D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715C7C3F-DEDB-4C71-B82C-F512B4DC8CBB}" type="slidenum">
              <a:rPr lang="en-US" b="0"/>
              <a:t>2</a:t>
            </a:fld>
            <a:endParaRPr lang="en-US" b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FEE5C-14FB-2C51-020F-88893D87CAE9}"/>
              </a:ext>
            </a:extLst>
          </p:cNvPr>
          <p:cNvSpPr txBox="1"/>
          <p:nvPr/>
        </p:nvSpPr>
        <p:spPr>
          <a:xfrm>
            <a:off x="1116875" y="1629928"/>
            <a:ext cx="10358845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is a community of  open-source Unix like operating systems based on Linux kernel. Released by Linus Torvalds on 17 september1991.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Initially- Personal computers, gradually – servers, mainframe computers, supercomputers, etc.,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Unix operating system provides powerful command-line tools and scripting capabilities essential for bioinformatics data processing and analysis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Emphasizes modularity, flexibility, and interoperability allowing researchers to create custom workflows for complex genomic data manipulation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3B651-67C8-6568-C7C4-ED59454FD6B8}"/>
              </a:ext>
            </a:extLst>
          </p:cNvPr>
          <p:cNvSpPr txBox="1"/>
          <p:nvPr/>
        </p:nvSpPr>
        <p:spPr>
          <a:xfrm>
            <a:off x="3737956" y="1168263"/>
            <a:ext cx="3965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Unix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D73942-B3DF-7251-3009-F6590C90E79F}"/>
              </a:ext>
            </a:extLst>
          </p:cNvPr>
          <p:cNvSpPr txBox="1"/>
          <p:nvPr/>
        </p:nvSpPr>
        <p:spPr>
          <a:xfrm>
            <a:off x="1101636" y="3905835"/>
            <a:ext cx="106026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vs other operating systems</a:t>
            </a: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superior text processing capabilities compared to Windows, crucial for handling large genomic datasets.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more standardized command-line interface across different Unix-like systems (Linux,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robust scripting languages (Bash, Perl, Python) commonly used in bioinformatics workflows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better performance and resource management for computationally intensive bioinformatics tasks.</a:t>
            </a:r>
          </a:p>
        </p:txBody>
      </p:sp>
    </p:spTree>
    <p:extLst>
      <p:ext uri="{BB962C8B-B14F-4D97-AF65-F5344CB8AC3E}">
        <p14:creationId xmlns:p14="http://schemas.microsoft.com/office/powerpoint/2010/main" val="2132282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5F1850-0B87-D6A5-2373-8888D28725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B28341C0-DF9D-4A19-9AE0-2BA2D0B28CB4}" type="slidenum">
              <a:rPr lang="en-US" b="0"/>
              <a:t>3</a:t>
            </a:fld>
            <a:endParaRPr lang="en-US" b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Google Shape;763;p119" descr="Screen Shot 2015-07-20 at 13.40.30.png">
            <a:extLst>
              <a:ext uri="{FF2B5EF4-FFF2-40B4-BE49-F238E27FC236}">
                <a16:creationId xmlns:a16="http://schemas.microsoft.com/office/drawing/2014/main" id="{24E4D8D0-5248-BC69-222E-08DB881D62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64203" y="1962665"/>
            <a:ext cx="6463593" cy="3279194"/>
          </a:xfrm>
          <a:prstGeom prst="rect">
            <a:avLst/>
          </a:prstGeom>
          <a:noFill/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Google Shape;764;p119">
            <a:extLst>
              <a:ext uri="{FF2B5EF4-FFF2-40B4-BE49-F238E27FC236}">
                <a16:creationId xmlns:a16="http://schemas.microsoft.com/office/drawing/2014/main" id="{53470FA2-215E-DCBE-AFF7-63699FF5CE96}"/>
              </a:ext>
            </a:extLst>
          </p:cNvPr>
          <p:cNvSpPr txBox="1"/>
          <p:nvPr/>
        </p:nvSpPr>
        <p:spPr>
          <a:xfrm>
            <a:off x="768399" y="5439104"/>
            <a:ext cx="11296229" cy="103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 Command Line, The Shell, The Prompt</a:t>
            </a:r>
          </a:p>
          <a:p>
            <a:pPr algn="ctr">
              <a:buClr>
                <a:srgbClr val="000000"/>
              </a:buClr>
              <a:buSzPts val="1800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Where you see this “$” followed by text, I want you to type the text on your command line</a:t>
            </a:r>
            <a:endParaRPr lang="en-US" sz="2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18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65;p119">
            <a:extLst>
              <a:ext uri="{FF2B5EF4-FFF2-40B4-BE49-F238E27FC236}">
                <a16:creationId xmlns:a16="http://schemas.microsoft.com/office/drawing/2014/main" id="{A43819D9-960B-AFEE-6951-668C12F66C82}"/>
              </a:ext>
            </a:extLst>
          </p:cNvPr>
          <p:cNvSpPr txBox="1"/>
          <p:nvPr/>
        </p:nvSpPr>
        <p:spPr>
          <a:xfrm>
            <a:off x="657564" y="1084417"/>
            <a:ext cx="10655200" cy="67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3600" dirty="0">
                <a:solidFill>
                  <a:srgbClr val="000000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The Terminal	</a:t>
            </a:r>
            <a:endParaRPr sz="3600" dirty="0">
              <a:solidFill>
                <a:srgbClr val="000000"/>
              </a:solidFill>
              <a:latin typeface="Georgia" panose="02040502050405020303" pitchFamily="18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8679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91D067-17E8-138A-BD84-ADE8FC4660C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771;p120">
            <a:extLst>
              <a:ext uri="{FF2B5EF4-FFF2-40B4-BE49-F238E27FC236}">
                <a16:creationId xmlns:a16="http://schemas.microsoft.com/office/drawing/2014/main" id="{70A8C7C7-B698-3AAD-A7D1-2AC6253930E4}"/>
              </a:ext>
            </a:extLst>
          </p:cNvPr>
          <p:cNvSpPr txBox="1"/>
          <p:nvPr/>
        </p:nvSpPr>
        <p:spPr>
          <a:xfrm>
            <a:off x="1342920" y="879761"/>
            <a:ext cx="10132800" cy="7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4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Location is Important</a:t>
            </a:r>
            <a:endParaRPr sz="4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Google Shape;772;p120">
            <a:extLst>
              <a:ext uri="{FF2B5EF4-FFF2-40B4-BE49-F238E27FC236}">
                <a16:creationId xmlns:a16="http://schemas.microsoft.com/office/drawing/2014/main" id="{B6231EA4-FC07-F9FF-1413-2F2A58F9ECC9}"/>
              </a:ext>
            </a:extLst>
          </p:cNvPr>
          <p:cNvSpPr txBox="1"/>
          <p:nvPr/>
        </p:nvSpPr>
        <p:spPr>
          <a:xfrm>
            <a:off x="2259000" y="1672161"/>
            <a:ext cx="7674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First Task – Where am I?</a:t>
            </a:r>
            <a:endParaRPr sz="2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Google Shape;773;p120">
            <a:extLst>
              <a:ext uri="{FF2B5EF4-FFF2-40B4-BE49-F238E27FC236}">
                <a16:creationId xmlns:a16="http://schemas.microsoft.com/office/drawing/2014/main" id="{14839F22-1058-3154-087A-73AF8DC955C0}"/>
              </a:ext>
            </a:extLst>
          </p:cNvPr>
          <p:cNvSpPr txBox="1"/>
          <p:nvPr/>
        </p:nvSpPr>
        <p:spPr>
          <a:xfrm>
            <a:off x="2369837" y="5516524"/>
            <a:ext cx="7674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This is your “present working directory”. </a:t>
            </a:r>
            <a:endParaRPr sz="2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774;p120">
            <a:extLst>
              <a:ext uri="{FF2B5EF4-FFF2-40B4-BE49-F238E27FC236}">
                <a16:creationId xmlns:a16="http://schemas.microsoft.com/office/drawing/2014/main" id="{580179E3-55AE-C08E-6574-3078E1BB0955}"/>
              </a:ext>
            </a:extLst>
          </p:cNvPr>
          <p:cNvSpPr txBox="1"/>
          <p:nvPr/>
        </p:nvSpPr>
        <p:spPr>
          <a:xfrm>
            <a:off x="5392600" y="2470310"/>
            <a:ext cx="1406800" cy="51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  </a:t>
            </a: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sz="2667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" name="Google Shape;775;p120" descr="Screen Shot 2017-05-16 at 10.49.03.png">
            <a:extLst>
              <a:ext uri="{FF2B5EF4-FFF2-40B4-BE49-F238E27FC236}">
                <a16:creationId xmlns:a16="http://schemas.microsoft.com/office/drawing/2014/main" id="{4118B3BC-859C-EDC6-D263-5FF53D8454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78882" y="3248430"/>
            <a:ext cx="6255709" cy="2028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481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5D85AA-9255-3226-042B-A7B6F548F9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oogle Shape;781;p121" descr="directory.png">
            <a:extLst>
              <a:ext uri="{FF2B5EF4-FFF2-40B4-BE49-F238E27FC236}">
                <a16:creationId xmlns:a16="http://schemas.microsoft.com/office/drawing/2014/main" id="{F8DAC8F4-1427-9731-24A5-547643B656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1484529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82;p121" descr="directory.png">
            <a:extLst>
              <a:ext uri="{FF2B5EF4-FFF2-40B4-BE49-F238E27FC236}">
                <a16:creationId xmlns:a16="http://schemas.microsoft.com/office/drawing/2014/main" id="{913F63AF-B829-268B-B379-9D11B54B8E6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2952762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83;p121" descr="directory.png">
            <a:extLst>
              <a:ext uri="{FF2B5EF4-FFF2-40B4-BE49-F238E27FC236}">
                <a16:creationId xmlns:a16="http://schemas.microsoft.com/office/drawing/2014/main" id="{7D9E58B0-DB5F-54D4-393D-E6D77428D9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2998129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84;p121" descr="directory.png">
            <a:extLst>
              <a:ext uri="{FF2B5EF4-FFF2-40B4-BE49-F238E27FC236}">
                <a16:creationId xmlns:a16="http://schemas.microsoft.com/office/drawing/2014/main" id="{9D80DDAC-40FF-F977-F05F-90E72DFB33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998131"/>
            <a:ext cx="1203600" cy="12035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85;p121">
            <a:extLst>
              <a:ext uri="{FF2B5EF4-FFF2-40B4-BE49-F238E27FC236}">
                <a16:creationId xmlns:a16="http://schemas.microsoft.com/office/drawing/2014/main" id="{D1C6D846-895E-CC19-572E-FD9D08C98BB4}"/>
              </a:ext>
            </a:extLst>
          </p:cNvPr>
          <p:cNvSpPr txBox="1"/>
          <p:nvPr/>
        </p:nvSpPr>
        <p:spPr>
          <a:xfrm>
            <a:off x="5920510" y="1844502"/>
            <a:ext cx="366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786;p121">
            <a:extLst>
              <a:ext uri="{FF2B5EF4-FFF2-40B4-BE49-F238E27FC236}">
                <a16:creationId xmlns:a16="http://schemas.microsoft.com/office/drawing/2014/main" id="{08C65F8B-89EA-F314-E4CC-4B4AAD31CEEF}"/>
              </a:ext>
            </a:extLst>
          </p:cNvPr>
          <p:cNvSpPr txBox="1"/>
          <p:nvPr/>
        </p:nvSpPr>
        <p:spPr>
          <a:xfrm>
            <a:off x="2858963" y="3378662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787;p121">
            <a:extLst>
              <a:ext uri="{FF2B5EF4-FFF2-40B4-BE49-F238E27FC236}">
                <a16:creationId xmlns:a16="http://schemas.microsoft.com/office/drawing/2014/main" id="{2E318F8D-58BE-F772-065D-32CD1BAB7E8D}"/>
              </a:ext>
            </a:extLst>
          </p:cNvPr>
          <p:cNvSpPr txBox="1"/>
          <p:nvPr/>
        </p:nvSpPr>
        <p:spPr>
          <a:xfrm>
            <a:off x="5812137" y="3378662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788;p121">
            <a:extLst>
              <a:ext uri="{FF2B5EF4-FFF2-40B4-BE49-F238E27FC236}">
                <a16:creationId xmlns:a16="http://schemas.microsoft.com/office/drawing/2014/main" id="{D2F9A0A2-BF09-731C-42B2-F72182E4FA0B}"/>
              </a:ext>
            </a:extLst>
          </p:cNvPr>
          <p:cNvSpPr txBox="1"/>
          <p:nvPr/>
        </p:nvSpPr>
        <p:spPr>
          <a:xfrm>
            <a:off x="8575657" y="3378662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Google Shape;789;p121">
            <a:extLst>
              <a:ext uri="{FF2B5EF4-FFF2-40B4-BE49-F238E27FC236}">
                <a16:creationId xmlns:a16="http://schemas.microsoft.com/office/drawing/2014/main" id="{5617FBF0-9AC3-E23A-50EC-84469FD6C0D0}"/>
              </a:ext>
            </a:extLst>
          </p:cNvPr>
          <p:cNvCxnSpPr/>
          <p:nvPr/>
        </p:nvCxnSpPr>
        <p:spPr>
          <a:xfrm flipH="1">
            <a:off x="3942107" y="2490122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2" name="Google Shape;790;p121">
            <a:extLst>
              <a:ext uri="{FF2B5EF4-FFF2-40B4-BE49-F238E27FC236}">
                <a16:creationId xmlns:a16="http://schemas.microsoft.com/office/drawing/2014/main" id="{D207F6F9-D191-F947-EA9E-57B7B3387D92}"/>
              </a:ext>
            </a:extLst>
          </p:cNvPr>
          <p:cNvCxnSpPr/>
          <p:nvPr/>
        </p:nvCxnSpPr>
        <p:spPr>
          <a:xfrm>
            <a:off x="6732693" y="2490122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3" name="Google Shape;791;p121">
            <a:extLst>
              <a:ext uri="{FF2B5EF4-FFF2-40B4-BE49-F238E27FC236}">
                <a16:creationId xmlns:a16="http://schemas.microsoft.com/office/drawing/2014/main" id="{55859CA8-578A-BAC2-D256-CE42B0E1FDA3}"/>
              </a:ext>
            </a:extLst>
          </p:cNvPr>
          <p:cNvCxnSpPr>
            <a:endCxn id="5" idx="0"/>
          </p:cNvCxnSpPr>
          <p:nvPr/>
        </p:nvCxnSpPr>
        <p:spPr>
          <a:xfrm>
            <a:off x="6061100" y="2490129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4" name="Google Shape;792;p121">
            <a:extLst>
              <a:ext uri="{FF2B5EF4-FFF2-40B4-BE49-F238E27FC236}">
                <a16:creationId xmlns:a16="http://schemas.microsoft.com/office/drawing/2014/main" id="{01026F4C-7231-FB15-C7F8-C74FFA4A1337}"/>
              </a:ext>
            </a:extLst>
          </p:cNvPr>
          <p:cNvCxnSpPr>
            <a:cxnSpLocks/>
          </p:cNvCxnSpPr>
          <p:nvPr/>
        </p:nvCxnSpPr>
        <p:spPr>
          <a:xfrm>
            <a:off x="6810747" y="2394870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5" name="Google Shape;793;p121">
            <a:extLst>
              <a:ext uri="{FF2B5EF4-FFF2-40B4-BE49-F238E27FC236}">
                <a16:creationId xmlns:a16="http://schemas.microsoft.com/office/drawing/2014/main" id="{81A82F71-88FA-2EE0-4057-673DED867DBE}"/>
              </a:ext>
            </a:extLst>
          </p:cNvPr>
          <p:cNvSpPr txBox="1"/>
          <p:nvPr/>
        </p:nvSpPr>
        <p:spPr>
          <a:xfrm>
            <a:off x="10579947" y="2771030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pic>
        <p:nvPicPr>
          <p:cNvPr id="16" name="Google Shape;794;p121" descr="directory.png">
            <a:extLst>
              <a:ext uri="{FF2B5EF4-FFF2-40B4-BE49-F238E27FC236}">
                <a16:creationId xmlns:a16="http://schemas.microsoft.com/office/drawing/2014/main" id="{48C0C773-037C-8F22-D2F2-8E2A7947CD7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4329099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795;p121" descr="directory.png">
            <a:extLst>
              <a:ext uri="{FF2B5EF4-FFF2-40B4-BE49-F238E27FC236}">
                <a16:creationId xmlns:a16="http://schemas.microsoft.com/office/drawing/2014/main" id="{8C2F02E4-6F08-6185-C5F2-A4F35980FC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4329095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796;p121" descr="directory.png">
            <a:extLst>
              <a:ext uri="{FF2B5EF4-FFF2-40B4-BE49-F238E27FC236}">
                <a16:creationId xmlns:a16="http://schemas.microsoft.com/office/drawing/2014/main" id="{AB80E0B1-28D8-7FD7-27C4-90C160470C4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4000" y="4294477"/>
            <a:ext cx="1244800" cy="124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797;p121">
            <a:extLst>
              <a:ext uri="{FF2B5EF4-FFF2-40B4-BE49-F238E27FC236}">
                <a16:creationId xmlns:a16="http://schemas.microsoft.com/office/drawing/2014/main" id="{B1267DA6-C976-E6A9-8842-2680E556D9E8}"/>
              </a:ext>
            </a:extLst>
          </p:cNvPr>
          <p:cNvCxnSpPr/>
          <p:nvPr/>
        </p:nvCxnSpPr>
        <p:spPr>
          <a:xfrm>
            <a:off x="3318933" y="394769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0" name="Google Shape;798;p121">
            <a:extLst>
              <a:ext uri="{FF2B5EF4-FFF2-40B4-BE49-F238E27FC236}">
                <a16:creationId xmlns:a16="http://schemas.microsoft.com/office/drawing/2014/main" id="{BCB05396-400F-DCEF-DC8D-BD6DFBE32E2B}"/>
              </a:ext>
            </a:extLst>
          </p:cNvPr>
          <p:cNvSpPr txBox="1"/>
          <p:nvPr/>
        </p:nvSpPr>
        <p:spPr>
          <a:xfrm>
            <a:off x="943557" y="4719782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799;p121">
            <a:extLst>
              <a:ext uri="{FF2B5EF4-FFF2-40B4-BE49-F238E27FC236}">
                <a16:creationId xmlns:a16="http://schemas.microsoft.com/office/drawing/2014/main" id="{E0231DB4-81E7-42EE-8D40-F4AA48F85DAC}"/>
              </a:ext>
            </a:extLst>
          </p:cNvPr>
          <p:cNvSpPr txBox="1"/>
          <p:nvPr/>
        </p:nvSpPr>
        <p:spPr>
          <a:xfrm>
            <a:off x="2784125" y="4719782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800;p121">
            <a:extLst>
              <a:ext uri="{FF2B5EF4-FFF2-40B4-BE49-F238E27FC236}">
                <a16:creationId xmlns:a16="http://schemas.microsoft.com/office/drawing/2014/main" id="{301466CE-B4FB-C181-7F05-26B515826347}"/>
              </a:ext>
            </a:extLst>
          </p:cNvPr>
          <p:cNvSpPr txBox="1"/>
          <p:nvPr/>
        </p:nvSpPr>
        <p:spPr>
          <a:xfrm>
            <a:off x="5128510" y="4677060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3" name="Google Shape;801;p121">
            <a:extLst>
              <a:ext uri="{FF2B5EF4-FFF2-40B4-BE49-F238E27FC236}">
                <a16:creationId xmlns:a16="http://schemas.microsoft.com/office/drawing/2014/main" id="{9E195B26-9B3F-1792-7C94-096EF93B4C85}"/>
              </a:ext>
            </a:extLst>
          </p:cNvPr>
          <p:cNvCxnSpPr/>
          <p:nvPr/>
        </p:nvCxnSpPr>
        <p:spPr>
          <a:xfrm flipH="1">
            <a:off x="1151493" y="3749962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4" name="Google Shape;802;p121">
            <a:extLst>
              <a:ext uri="{FF2B5EF4-FFF2-40B4-BE49-F238E27FC236}">
                <a16:creationId xmlns:a16="http://schemas.microsoft.com/office/drawing/2014/main" id="{AA01D752-96E3-25AD-F179-CFFEA98D1B62}"/>
              </a:ext>
            </a:extLst>
          </p:cNvPr>
          <p:cNvCxnSpPr/>
          <p:nvPr/>
        </p:nvCxnSpPr>
        <p:spPr>
          <a:xfrm>
            <a:off x="3942080" y="3749962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5" name="Google Shape;803;p121">
            <a:extLst>
              <a:ext uri="{FF2B5EF4-FFF2-40B4-BE49-F238E27FC236}">
                <a16:creationId xmlns:a16="http://schemas.microsoft.com/office/drawing/2014/main" id="{ED4A3544-2068-EEE2-189B-F332AAA724B9}"/>
              </a:ext>
            </a:extLst>
          </p:cNvPr>
          <p:cNvSpPr txBox="1"/>
          <p:nvPr/>
        </p:nvSpPr>
        <p:spPr>
          <a:xfrm>
            <a:off x="6732693" y="1807221"/>
            <a:ext cx="1203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ROOT</a:t>
            </a:r>
            <a:endParaRPr sz="2400" dirty="0"/>
          </a:p>
        </p:txBody>
      </p:sp>
      <p:pic>
        <p:nvPicPr>
          <p:cNvPr id="26" name="Google Shape;804;p121">
            <a:extLst>
              <a:ext uri="{FF2B5EF4-FFF2-40B4-BE49-F238E27FC236}">
                <a16:creationId xmlns:a16="http://schemas.microsoft.com/office/drawing/2014/main" id="{A3D4DC08-E661-E3B4-ACD5-2749123C5C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2080" y="1426894"/>
            <a:ext cx="985520" cy="985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943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7273FE-FCAD-96A6-2B46-185950B11B2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810;p122">
            <a:extLst>
              <a:ext uri="{FF2B5EF4-FFF2-40B4-BE49-F238E27FC236}">
                <a16:creationId xmlns:a16="http://schemas.microsoft.com/office/drawing/2014/main" id="{CF730648-3565-DFD9-9E97-A41B3882289C}"/>
              </a:ext>
            </a:extLst>
          </p:cNvPr>
          <p:cNvSpPr/>
          <p:nvPr/>
        </p:nvSpPr>
        <p:spPr>
          <a:xfrm>
            <a:off x="5375100" y="1335986"/>
            <a:ext cx="1444000" cy="11580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11;p122">
            <a:extLst>
              <a:ext uri="{FF2B5EF4-FFF2-40B4-BE49-F238E27FC236}">
                <a16:creationId xmlns:a16="http://schemas.microsoft.com/office/drawing/2014/main" id="{D6362A4B-0E05-01D6-EC37-CF48C9AD533B}"/>
              </a:ext>
            </a:extLst>
          </p:cNvPr>
          <p:cNvSpPr/>
          <p:nvPr/>
        </p:nvSpPr>
        <p:spPr>
          <a:xfrm>
            <a:off x="2600567" y="2815686"/>
            <a:ext cx="1376000" cy="10792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12;p122">
            <a:extLst>
              <a:ext uri="{FF2B5EF4-FFF2-40B4-BE49-F238E27FC236}">
                <a16:creationId xmlns:a16="http://schemas.microsoft.com/office/drawing/2014/main" id="{E48C4E9B-EC91-10DB-6A7B-06554827727A}"/>
              </a:ext>
            </a:extLst>
          </p:cNvPr>
          <p:cNvSpPr/>
          <p:nvPr/>
        </p:nvSpPr>
        <p:spPr>
          <a:xfrm>
            <a:off x="907167" y="4206751"/>
            <a:ext cx="1444000" cy="10792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813;p122" descr="directory.png">
            <a:extLst>
              <a:ext uri="{FF2B5EF4-FFF2-40B4-BE49-F238E27FC236}">
                <a16:creationId xmlns:a16="http://schemas.microsoft.com/office/drawing/2014/main" id="{6713957C-9AC7-EC90-26A5-02201D0EB38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1345986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14;p122" descr="directory.png">
            <a:extLst>
              <a:ext uri="{FF2B5EF4-FFF2-40B4-BE49-F238E27FC236}">
                <a16:creationId xmlns:a16="http://schemas.microsoft.com/office/drawing/2014/main" id="{E1C39BBE-3230-AC21-6F05-BB2432A047A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2814219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15;p122" descr="directory.png">
            <a:extLst>
              <a:ext uri="{FF2B5EF4-FFF2-40B4-BE49-F238E27FC236}">
                <a16:creationId xmlns:a16="http://schemas.microsoft.com/office/drawing/2014/main" id="{AA86C6C8-F393-AAF1-AC9E-96E034CC668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2859586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16;p122" descr="directory.png">
            <a:extLst>
              <a:ext uri="{FF2B5EF4-FFF2-40B4-BE49-F238E27FC236}">
                <a16:creationId xmlns:a16="http://schemas.microsoft.com/office/drawing/2014/main" id="{71949DA9-37BB-45D7-3EFA-28FAF334BB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859588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17;p122" descr="directory.png">
            <a:extLst>
              <a:ext uri="{FF2B5EF4-FFF2-40B4-BE49-F238E27FC236}">
                <a16:creationId xmlns:a16="http://schemas.microsoft.com/office/drawing/2014/main" id="{B171F70C-AE8A-D91E-1468-028532D419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4190556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18;p122" descr="directory.png">
            <a:extLst>
              <a:ext uri="{FF2B5EF4-FFF2-40B4-BE49-F238E27FC236}">
                <a16:creationId xmlns:a16="http://schemas.microsoft.com/office/drawing/2014/main" id="{4EBD0A60-73CF-8DB5-9FB4-19E863218B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4190552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19;p122" descr="directory.png">
            <a:extLst>
              <a:ext uri="{FF2B5EF4-FFF2-40B4-BE49-F238E27FC236}">
                <a16:creationId xmlns:a16="http://schemas.microsoft.com/office/drawing/2014/main" id="{38D1F932-E742-60AF-214A-958F8319FF0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4190552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820;p122">
            <a:extLst>
              <a:ext uri="{FF2B5EF4-FFF2-40B4-BE49-F238E27FC236}">
                <a16:creationId xmlns:a16="http://schemas.microsoft.com/office/drawing/2014/main" id="{DBD43E19-B08F-5DC7-0595-8A47AF497138}"/>
              </a:ext>
            </a:extLst>
          </p:cNvPr>
          <p:cNvSpPr txBox="1"/>
          <p:nvPr/>
        </p:nvSpPr>
        <p:spPr>
          <a:xfrm>
            <a:off x="5892800" y="1752139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14" name="Google Shape;821;p122">
            <a:extLst>
              <a:ext uri="{FF2B5EF4-FFF2-40B4-BE49-F238E27FC236}">
                <a16:creationId xmlns:a16="http://schemas.microsoft.com/office/drawing/2014/main" id="{AFB0C706-E74C-4B0B-CC7A-84A1547ADDE7}"/>
              </a:ext>
            </a:extLst>
          </p:cNvPr>
          <p:cNvSpPr txBox="1"/>
          <p:nvPr/>
        </p:nvSpPr>
        <p:spPr>
          <a:xfrm>
            <a:off x="2831253" y="3184699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822;p122">
            <a:extLst>
              <a:ext uri="{FF2B5EF4-FFF2-40B4-BE49-F238E27FC236}">
                <a16:creationId xmlns:a16="http://schemas.microsoft.com/office/drawing/2014/main" id="{4D6B9562-9FA5-9AA4-321C-1499A9C6D8FF}"/>
              </a:ext>
            </a:extLst>
          </p:cNvPr>
          <p:cNvSpPr txBox="1"/>
          <p:nvPr/>
        </p:nvSpPr>
        <p:spPr>
          <a:xfrm>
            <a:off x="5784427" y="3184699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823;p122">
            <a:extLst>
              <a:ext uri="{FF2B5EF4-FFF2-40B4-BE49-F238E27FC236}">
                <a16:creationId xmlns:a16="http://schemas.microsoft.com/office/drawing/2014/main" id="{B4102017-6372-E149-2929-5AE28BFB667F}"/>
              </a:ext>
            </a:extLst>
          </p:cNvPr>
          <p:cNvSpPr txBox="1"/>
          <p:nvPr/>
        </p:nvSpPr>
        <p:spPr>
          <a:xfrm>
            <a:off x="8547947" y="3184699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Google Shape;824;p122">
            <a:extLst>
              <a:ext uri="{FF2B5EF4-FFF2-40B4-BE49-F238E27FC236}">
                <a16:creationId xmlns:a16="http://schemas.microsoft.com/office/drawing/2014/main" id="{968F0DB5-400B-70C9-60F7-87B4F7236205}"/>
              </a:ext>
            </a:extLst>
          </p:cNvPr>
          <p:cNvCxnSpPr>
            <a:cxnSpLocks/>
          </p:cNvCxnSpPr>
          <p:nvPr/>
        </p:nvCxnSpPr>
        <p:spPr>
          <a:xfrm flipH="1">
            <a:off x="3717235" y="2178348"/>
            <a:ext cx="1540265" cy="42200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8" name="Google Shape;825;p122">
            <a:extLst>
              <a:ext uri="{FF2B5EF4-FFF2-40B4-BE49-F238E27FC236}">
                <a16:creationId xmlns:a16="http://schemas.microsoft.com/office/drawing/2014/main" id="{3C165206-344F-7A27-8940-192E012E1768}"/>
              </a:ext>
            </a:extLst>
          </p:cNvPr>
          <p:cNvCxnSpPr>
            <a:cxnSpLocks/>
          </p:cNvCxnSpPr>
          <p:nvPr/>
        </p:nvCxnSpPr>
        <p:spPr>
          <a:xfrm>
            <a:off x="6897294" y="2452594"/>
            <a:ext cx="1329805" cy="42608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9" name="Google Shape;826;p122">
            <a:extLst>
              <a:ext uri="{FF2B5EF4-FFF2-40B4-BE49-F238E27FC236}">
                <a16:creationId xmlns:a16="http://schemas.microsoft.com/office/drawing/2014/main" id="{27EAD7EF-6DCC-56C8-938B-7E03EC1E2EB9}"/>
              </a:ext>
            </a:extLst>
          </p:cNvPr>
          <p:cNvCxnSpPr>
            <a:cxnSpLocks/>
          </p:cNvCxnSpPr>
          <p:nvPr/>
        </p:nvCxnSpPr>
        <p:spPr>
          <a:xfrm>
            <a:off x="6038300" y="2545551"/>
            <a:ext cx="22800" cy="3556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0" name="Google Shape;828;p122">
            <a:extLst>
              <a:ext uri="{FF2B5EF4-FFF2-40B4-BE49-F238E27FC236}">
                <a16:creationId xmlns:a16="http://schemas.microsoft.com/office/drawing/2014/main" id="{6B6F47B5-0D90-94CB-946F-BEB06B33E7CE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6913563" y="2226986"/>
            <a:ext cx="3666384" cy="65169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1" name="Google Shape;829;p122">
            <a:extLst>
              <a:ext uri="{FF2B5EF4-FFF2-40B4-BE49-F238E27FC236}">
                <a16:creationId xmlns:a16="http://schemas.microsoft.com/office/drawing/2014/main" id="{2A3D6697-30FC-6298-DB23-DFF4EA82C5F4}"/>
              </a:ext>
            </a:extLst>
          </p:cNvPr>
          <p:cNvSpPr txBox="1"/>
          <p:nvPr/>
        </p:nvSpPr>
        <p:spPr>
          <a:xfrm>
            <a:off x="10579947" y="2632487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2" name="Google Shape;830;p122">
            <a:extLst>
              <a:ext uri="{FF2B5EF4-FFF2-40B4-BE49-F238E27FC236}">
                <a16:creationId xmlns:a16="http://schemas.microsoft.com/office/drawing/2014/main" id="{5CB8A7E5-7422-347C-657E-F281E77BF22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270501" y="4017819"/>
            <a:ext cx="28420" cy="332214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3" name="Google Shape;831;p122">
            <a:extLst>
              <a:ext uri="{FF2B5EF4-FFF2-40B4-BE49-F238E27FC236}">
                <a16:creationId xmlns:a16="http://schemas.microsoft.com/office/drawing/2014/main" id="{DABB1E3F-BC2F-435A-861F-0DE711C0F7A9}"/>
              </a:ext>
            </a:extLst>
          </p:cNvPr>
          <p:cNvSpPr txBox="1"/>
          <p:nvPr/>
        </p:nvSpPr>
        <p:spPr>
          <a:xfrm>
            <a:off x="915847" y="4525819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Google Shape;832;p122">
            <a:extLst>
              <a:ext uri="{FF2B5EF4-FFF2-40B4-BE49-F238E27FC236}">
                <a16:creationId xmlns:a16="http://schemas.microsoft.com/office/drawing/2014/main" id="{9E8CA1B2-75DF-106A-C475-D90B05F1B9DC}"/>
              </a:ext>
            </a:extLst>
          </p:cNvPr>
          <p:cNvSpPr txBox="1"/>
          <p:nvPr/>
        </p:nvSpPr>
        <p:spPr>
          <a:xfrm>
            <a:off x="2756415" y="4525819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833;p122">
            <a:extLst>
              <a:ext uri="{FF2B5EF4-FFF2-40B4-BE49-F238E27FC236}">
                <a16:creationId xmlns:a16="http://schemas.microsoft.com/office/drawing/2014/main" id="{58429F3C-4E1F-BFAF-0A7C-B1CEC2253B16}"/>
              </a:ext>
            </a:extLst>
          </p:cNvPr>
          <p:cNvSpPr txBox="1"/>
          <p:nvPr/>
        </p:nvSpPr>
        <p:spPr>
          <a:xfrm>
            <a:off x="4462815" y="4525819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6" name="Google Shape;834;p122">
            <a:extLst>
              <a:ext uri="{FF2B5EF4-FFF2-40B4-BE49-F238E27FC236}">
                <a16:creationId xmlns:a16="http://schemas.microsoft.com/office/drawing/2014/main" id="{47D68682-48EA-C6E0-B8EA-97C96C2617A2}"/>
              </a:ext>
            </a:extLst>
          </p:cNvPr>
          <p:cNvCxnSpPr>
            <a:cxnSpLocks/>
          </p:cNvCxnSpPr>
          <p:nvPr/>
        </p:nvCxnSpPr>
        <p:spPr>
          <a:xfrm flipH="1">
            <a:off x="1151493" y="3611419"/>
            <a:ext cx="1328471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7" name="Google Shape;835;p122">
            <a:extLst>
              <a:ext uri="{FF2B5EF4-FFF2-40B4-BE49-F238E27FC236}">
                <a16:creationId xmlns:a16="http://schemas.microsoft.com/office/drawing/2014/main" id="{11F94FE4-3CB1-0535-D3C8-329AEAE57E3F}"/>
              </a:ext>
            </a:extLst>
          </p:cNvPr>
          <p:cNvCxnSpPr>
            <a:cxnSpLocks/>
          </p:cNvCxnSpPr>
          <p:nvPr/>
        </p:nvCxnSpPr>
        <p:spPr>
          <a:xfrm>
            <a:off x="4109853" y="3677087"/>
            <a:ext cx="1069453" cy="57913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pic>
        <p:nvPicPr>
          <p:cNvPr id="28" name="Google Shape;836;p122" descr="Screen Shot 2017-05-16 at 10.49.03.png">
            <a:extLst>
              <a:ext uri="{FF2B5EF4-FFF2-40B4-BE49-F238E27FC236}">
                <a16:creationId xmlns:a16="http://schemas.microsoft.com/office/drawing/2014/main" id="{D96D6C94-18D2-2DFC-090D-9581146413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7797" y="4350033"/>
            <a:ext cx="4102150" cy="174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6350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B9DC2E-1E2B-4C5C-3FBF-E2131A9A741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842;p123">
            <a:extLst>
              <a:ext uri="{FF2B5EF4-FFF2-40B4-BE49-F238E27FC236}">
                <a16:creationId xmlns:a16="http://schemas.microsoft.com/office/drawing/2014/main" id="{A2EE5A6B-155F-046E-1669-203CD1B2A969}"/>
              </a:ext>
            </a:extLst>
          </p:cNvPr>
          <p:cNvSpPr/>
          <p:nvPr/>
        </p:nvSpPr>
        <p:spPr>
          <a:xfrm>
            <a:off x="5375100" y="1006006"/>
            <a:ext cx="1444000" cy="11044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43;p123">
            <a:extLst>
              <a:ext uri="{FF2B5EF4-FFF2-40B4-BE49-F238E27FC236}">
                <a16:creationId xmlns:a16="http://schemas.microsoft.com/office/drawing/2014/main" id="{22DB6B9C-F441-85BC-4E45-1D955CF1FDC9}"/>
              </a:ext>
            </a:extLst>
          </p:cNvPr>
          <p:cNvSpPr/>
          <p:nvPr/>
        </p:nvSpPr>
        <p:spPr>
          <a:xfrm>
            <a:off x="2600567" y="2042347"/>
            <a:ext cx="1376000" cy="11044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44;p123">
            <a:extLst>
              <a:ext uri="{FF2B5EF4-FFF2-40B4-BE49-F238E27FC236}">
                <a16:creationId xmlns:a16="http://schemas.microsoft.com/office/drawing/2014/main" id="{976CB318-1489-AA63-8E14-1DBC66F5BCCA}"/>
              </a:ext>
            </a:extLst>
          </p:cNvPr>
          <p:cNvSpPr/>
          <p:nvPr/>
        </p:nvSpPr>
        <p:spPr>
          <a:xfrm>
            <a:off x="907167" y="3413013"/>
            <a:ext cx="1481600" cy="12036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845;p123" descr="directory.png">
            <a:extLst>
              <a:ext uri="{FF2B5EF4-FFF2-40B4-BE49-F238E27FC236}">
                <a16:creationId xmlns:a16="http://schemas.microsoft.com/office/drawing/2014/main" id="{8F000811-1680-6976-5DB1-26F3A22F25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17000" y="1056152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46;p123" descr="directory.png">
            <a:extLst>
              <a:ext uri="{FF2B5EF4-FFF2-40B4-BE49-F238E27FC236}">
                <a16:creationId xmlns:a16="http://schemas.microsoft.com/office/drawing/2014/main" id="{E5C35980-6D80-6BF0-D8CE-4FD09CD2909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2066080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47;p123" descr="directory.png">
            <a:extLst>
              <a:ext uri="{FF2B5EF4-FFF2-40B4-BE49-F238E27FC236}">
                <a16:creationId xmlns:a16="http://schemas.microsoft.com/office/drawing/2014/main" id="{4D4DFAEE-61F2-7A8B-7653-ECB062899AA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69691" y="2567315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48;p123" descr="directory.png">
            <a:extLst>
              <a:ext uri="{FF2B5EF4-FFF2-40B4-BE49-F238E27FC236}">
                <a16:creationId xmlns:a16="http://schemas.microsoft.com/office/drawing/2014/main" id="{DD8722B5-7186-6C5C-51AE-56C50D891B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111449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49;p123" descr="directory.png">
            <a:extLst>
              <a:ext uri="{FF2B5EF4-FFF2-40B4-BE49-F238E27FC236}">
                <a16:creationId xmlns:a16="http://schemas.microsoft.com/office/drawing/2014/main" id="{21C3B48F-ACD0-B7F7-9537-90FA6B4FDA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442417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50;p123" descr="directory.png">
            <a:extLst>
              <a:ext uri="{FF2B5EF4-FFF2-40B4-BE49-F238E27FC236}">
                <a16:creationId xmlns:a16="http://schemas.microsoft.com/office/drawing/2014/main" id="{DC62CB21-EC2C-4E7F-5173-8CCEF92FA04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442413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51;p123" descr="directory.png">
            <a:extLst>
              <a:ext uri="{FF2B5EF4-FFF2-40B4-BE49-F238E27FC236}">
                <a16:creationId xmlns:a16="http://schemas.microsoft.com/office/drawing/2014/main" id="{BC7D606F-F3BF-FA6E-FC56-A5BC129C1BA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442413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852;p123">
            <a:extLst>
              <a:ext uri="{FF2B5EF4-FFF2-40B4-BE49-F238E27FC236}">
                <a16:creationId xmlns:a16="http://schemas.microsoft.com/office/drawing/2014/main" id="{F1AE3ADF-138F-B70A-57A9-FC81BBC53F39}"/>
              </a:ext>
            </a:extLst>
          </p:cNvPr>
          <p:cNvSpPr txBox="1"/>
          <p:nvPr/>
        </p:nvSpPr>
        <p:spPr>
          <a:xfrm>
            <a:off x="5892800" y="1345754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14" name="Google Shape;853;p123">
            <a:extLst>
              <a:ext uri="{FF2B5EF4-FFF2-40B4-BE49-F238E27FC236}">
                <a16:creationId xmlns:a16="http://schemas.microsoft.com/office/drawing/2014/main" id="{E5400E35-7D40-6F86-C5C6-6FA6A9AF3E57}"/>
              </a:ext>
            </a:extLst>
          </p:cNvPr>
          <p:cNvSpPr txBox="1"/>
          <p:nvPr/>
        </p:nvSpPr>
        <p:spPr>
          <a:xfrm>
            <a:off x="2831253" y="2521344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854;p123">
            <a:extLst>
              <a:ext uri="{FF2B5EF4-FFF2-40B4-BE49-F238E27FC236}">
                <a16:creationId xmlns:a16="http://schemas.microsoft.com/office/drawing/2014/main" id="{E22B4617-1C89-0413-21B1-2F616D97544C}"/>
              </a:ext>
            </a:extLst>
          </p:cNvPr>
          <p:cNvSpPr txBox="1"/>
          <p:nvPr/>
        </p:nvSpPr>
        <p:spPr>
          <a:xfrm>
            <a:off x="5802858" y="2927964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855;p123">
            <a:extLst>
              <a:ext uri="{FF2B5EF4-FFF2-40B4-BE49-F238E27FC236}">
                <a16:creationId xmlns:a16="http://schemas.microsoft.com/office/drawing/2014/main" id="{95A0C73F-F061-1418-3E04-45C83314BCE2}"/>
              </a:ext>
            </a:extLst>
          </p:cNvPr>
          <p:cNvSpPr txBox="1"/>
          <p:nvPr/>
        </p:nvSpPr>
        <p:spPr>
          <a:xfrm>
            <a:off x="8547947" y="2521344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Google Shape;856;p123">
            <a:extLst>
              <a:ext uri="{FF2B5EF4-FFF2-40B4-BE49-F238E27FC236}">
                <a16:creationId xmlns:a16="http://schemas.microsoft.com/office/drawing/2014/main" id="{D38650E9-C1F8-26B8-A860-3852B3857A85}"/>
              </a:ext>
            </a:extLst>
          </p:cNvPr>
          <p:cNvCxnSpPr>
            <a:cxnSpLocks/>
          </p:cNvCxnSpPr>
          <p:nvPr/>
        </p:nvCxnSpPr>
        <p:spPr>
          <a:xfrm flipH="1">
            <a:off x="4118467" y="1678573"/>
            <a:ext cx="1092916" cy="40628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8" name="Google Shape;857;p123">
            <a:extLst>
              <a:ext uri="{FF2B5EF4-FFF2-40B4-BE49-F238E27FC236}">
                <a16:creationId xmlns:a16="http://schemas.microsoft.com/office/drawing/2014/main" id="{D9D709F6-8466-BDFD-D00E-3E3C6257C389}"/>
              </a:ext>
            </a:extLst>
          </p:cNvPr>
          <p:cNvCxnSpPr>
            <a:cxnSpLocks/>
          </p:cNvCxnSpPr>
          <p:nvPr/>
        </p:nvCxnSpPr>
        <p:spPr>
          <a:xfrm>
            <a:off x="6931607" y="1678573"/>
            <a:ext cx="1320486" cy="43287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9" name="Google Shape;858;p123">
            <a:extLst>
              <a:ext uri="{FF2B5EF4-FFF2-40B4-BE49-F238E27FC236}">
                <a16:creationId xmlns:a16="http://schemas.microsoft.com/office/drawing/2014/main" id="{64745C0F-3AA6-CD0F-8BBA-6436D90B3745}"/>
              </a:ext>
            </a:extLst>
          </p:cNvPr>
          <p:cNvCxnSpPr/>
          <p:nvPr/>
        </p:nvCxnSpPr>
        <p:spPr>
          <a:xfrm>
            <a:off x="6130791" y="215988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0" name="Google Shape;860;p123">
            <a:extLst>
              <a:ext uri="{FF2B5EF4-FFF2-40B4-BE49-F238E27FC236}">
                <a16:creationId xmlns:a16="http://schemas.microsoft.com/office/drawing/2014/main" id="{B0C5D53E-F328-67A9-E688-8949CC983AC2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6931607" y="1440894"/>
            <a:ext cx="3648340" cy="68964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1" name="Google Shape;861;p123">
            <a:extLst>
              <a:ext uri="{FF2B5EF4-FFF2-40B4-BE49-F238E27FC236}">
                <a16:creationId xmlns:a16="http://schemas.microsoft.com/office/drawing/2014/main" id="{F3880D5C-2A7D-E3D3-E570-171FFA325B3B}"/>
              </a:ext>
            </a:extLst>
          </p:cNvPr>
          <p:cNvSpPr txBox="1"/>
          <p:nvPr/>
        </p:nvSpPr>
        <p:spPr>
          <a:xfrm>
            <a:off x="10579947" y="1884348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2" name="Google Shape;862;p123">
            <a:extLst>
              <a:ext uri="{FF2B5EF4-FFF2-40B4-BE49-F238E27FC236}">
                <a16:creationId xmlns:a16="http://schemas.microsoft.com/office/drawing/2014/main" id="{4656714C-3FAF-E5B2-43F1-66C3FBF0C09B}"/>
              </a:ext>
            </a:extLst>
          </p:cNvPr>
          <p:cNvCxnSpPr>
            <a:cxnSpLocks/>
          </p:cNvCxnSpPr>
          <p:nvPr/>
        </p:nvCxnSpPr>
        <p:spPr>
          <a:xfrm>
            <a:off x="3318933" y="3163015"/>
            <a:ext cx="0" cy="43455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3" name="Google Shape;863;p123">
            <a:extLst>
              <a:ext uri="{FF2B5EF4-FFF2-40B4-BE49-F238E27FC236}">
                <a16:creationId xmlns:a16="http://schemas.microsoft.com/office/drawing/2014/main" id="{C07234F9-A90F-1EAD-E093-DE31F9A3AA47}"/>
              </a:ext>
            </a:extLst>
          </p:cNvPr>
          <p:cNvSpPr txBox="1"/>
          <p:nvPr/>
        </p:nvSpPr>
        <p:spPr>
          <a:xfrm>
            <a:off x="915847" y="3862464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Google Shape;864;p123">
            <a:extLst>
              <a:ext uri="{FF2B5EF4-FFF2-40B4-BE49-F238E27FC236}">
                <a16:creationId xmlns:a16="http://schemas.microsoft.com/office/drawing/2014/main" id="{4842F130-1BA5-2F69-551F-BA6A3F785695}"/>
              </a:ext>
            </a:extLst>
          </p:cNvPr>
          <p:cNvSpPr txBox="1"/>
          <p:nvPr/>
        </p:nvSpPr>
        <p:spPr>
          <a:xfrm>
            <a:off x="2756415" y="3862464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865;p123">
            <a:extLst>
              <a:ext uri="{FF2B5EF4-FFF2-40B4-BE49-F238E27FC236}">
                <a16:creationId xmlns:a16="http://schemas.microsoft.com/office/drawing/2014/main" id="{5E0B2C05-D1B5-A8CF-DDB3-334AC660C9E1}"/>
              </a:ext>
            </a:extLst>
          </p:cNvPr>
          <p:cNvSpPr txBox="1"/>
          <p:nvPr/>
        </p:nvSpPr>
        <p:spPr>
          <a:xfrm>
            <a:off x="4462815" y="3862464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6" name="Google Shape;866;p123">
            <a:extLst>
              <a:ext uri="{FF2B5EF4-FFF2-40B4-BE49-F238E27FC236}">
                <a16:creationId xmlns:a16="http://schemas.microsoft.com/office/drawing/2014/main" id="{3E1BCFC3-85C4-9622-0305-AF7DED2F56B2}"/>
              </a:ext>
            </a:extLst>
          </p:cNvPr>
          <p:cNvCxnSpPr>
            <a:cxnSpLocks/>
          </p:cNvCxnSpPr>
          <p:nvPr/>
        </p:nvCxnSpPr>
        <p:spPr>
          <a:xfrm flipH="1">
            <a:off x="1572344" y="2831531"/>
            <a:ext cx="916409" cy="43736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7" name="Google Shape;867;p123">
            <a:extLst>
              <a:ext uri="{FF2B5EF4-FFF2-40B4-BE49-F238E27FC236}">
                <a16:creationId xmlns:a16="http://schemas.microsoft.com/office/drawing/2014/main" id="{2138BFD3-7D92-871A-102C-E4022BE16BC5}"/>
              </a:ext>
            </a:extLst>
          </p:cNvPr>
          <p:cNvCxnSpPr>
            <a:cxnSpLocks/>
          </p:cNvCxnSpPr>
          <p:nvPr/>
        </p:nvCxnSpPr>
        <p:spPr>
          <a:xfrm>
            <a:off x="4015462" y="2905013"/>
            <a:ext cx="1154831" cy="57142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pic>
        <p:nvPicPr>
          <p:cNvPr id="28" name="Google Shape;868;p123" descr="Screen Shot 2017-05-16 at 10.49.03.png">
            <a:extLst>
              <a:ext uri="{FF2B5EF4-FFF2-40B4-BE49-F238E27FC236}">
                <a16:creationId xmlns:a16="http://schemas.microsoft.com/office/drawing/2014/main" id="{6B1099E1-6D9A-1AE5-AB3D-FCDC56AAE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7875" y="4034431"/>
            <a:ext cx="4140300" cy="17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869;p123">
            <a:extLst>
              <a:ext uri="{FF2B5EF4-FFF2-40B4-BE49-F238E27FC236}">
                <a16:creationId xmlns:a16="http://schemas.microsoft.com/office/drawing/2014/main" id="{A6C155A9-7E36-BEFA-1201-23CEE1F0BC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026" y="3476438"/>
            <a:ext cx="377100" cy="3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870;p123">
            <a:extLst>
              <a:ext uri="{FF2B5EF4-FFF2-40B4-BE49-F238E27FC236}">
                <a16:creationId xmlns:a16="http://schemas.microsoft.com/office/drawing/2014/main" id="{16A6CE3C-805D-00C7-44F3-1443EBED10B6}"/>
              </a:ext>
            </a:extLst>
          </p:cNvPr>
          <p:cNvSpPr txBox="1"/>
          <p:nvPr/>
        </p:nvSpPr>
        <p:spPr>
          <a:xfrm>
            <a:off x="189308" y="3803065"/>
            <a:ext cx="5528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871;p123">
            <a:extLst>
              <a:ext uri="{FF2B5EF4-FFF2-40B4-BE49-F238E27FC236}">
                <a16:creationId xmlns:a16="http://schemas.microsoft.com/office/drawing/2014/main" id="{0F21ED5F-C5D0-8AE0-CC34-6A5470B10C0D}"/>
              </a:ext>
            </a:extLst>
          </p:cNvPr>
          <p:cNvSpPr txBox="1"/>
          <p:nvPr/>
        </p:nvSpPr>
        <p:spPr>
          <a:xfrm>
            <a:off x="533807" y="4860737"/>
            <a:ext cx="5214400" cy="913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This location is also known as your Home Directory</a:t>
            </a:r>
          </a:p>
          <a:p>
            <a:pPr algn="ctr">
              <a:buClr>
                <a:srgbClr val="000000"/>
              </a:buClr>
              <a:buSzPts val="2000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Tilde is shorthand for Home ~</a:t>
            </a:r>
          </a:p>
        </p:txBody>
      </p:sp>
    </p:spTree>
    <p:extLst>
      <p:ext uri="{BB962C8B-B14F-4D97-AF65-F5344CB8AC3E}">
        <p14:creationId xmlns:p14="http://schemas.microsoft.com/office/powerpoint/2010/main" val="156658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BC5C3-1FD0-69C0-C777-824464B748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8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877;p124">
            <a:extLst>
              <a:ext uri="{FF2B5EF4-FFF2-40B4-BE49-F238E27FC236}">
                <a16:creationId xmlns:a16="http://schemas.microsoft.com/office/drawing/2014/main" id="{B9DFFC72-3D9D-31E7-946E-687BC22F034D}"/>
              </a:ext>
            </a:extLst>
          </p:cNvPr>
          <p:cNvSpPr txBox="1"/>
          <p:nvPr/>
        </p:nvSpPr>
        <p:spPr>
          <a:xfrm>
            <a:off x="-1" y="1002474"/>
            <a:ext cx="13175674" cy="10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r>
              <a:rPr lang="en-GB" sz="4000" dirty="0">
                <a:solidFill>
                  <a:srgbClr val="000000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Now let’s create some directories and files</a:t>
            </a:r>
            <a:endParaRPr sz="4000" dirty="0">
              <a:solidFill>
                <a:srgbClr val="000000"/>
              </a:solidFill>
              <a:latin typeface="Georgia" panose="02040502050405020303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4" name="Google Shape;878;p124">
            <a:extLst>
              <a:ext uri="{FF2B5EF4-FFF2-40B4-BE49-F238E27FC236}">
                <a16:creationId xmlns:a16="http://schemas.microsoft.com/office/drawing/2014/main" id="{D7AF3634-27B0-420B-D911-0AAAE2EBDB3C}"/>
              </a:ext>
            </a:extLst>
          </p:cNvPr>
          <p:cNvSpPr txBox="1"/>
          <p:nvPr/>
        </p:nvSpPr>
        <p:spPr>
          <a:xfrm>
            <a:off x="2258907" y="1740558"/>
            <a:ext cx="76740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Make a directory</a:t>
            </a:r>
            <a:endParaRPr sz="2667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Google Shape;879;p124">
            <a:extLst>
              <a:ext uri="{FF2B5EF4-FFF2-40B4-BE49-F238E27FC236}">
                <a16:creationId xmlns:a16="http://schemas.microsoft.com/office/drawing/2014/main" id="{DCAED2C1-EF06-FCE4-A0ED-AE3D0CA56E31}"/>
              </a:ext>
            </a:extLst>
          </p:cNvPr>
          <p:cNvSpPr txBox="1"/>
          <p:nvPr/>
        </p:nvSpPr>
        <p:spPr>
          <a:xfrm>
            <a:off x="1049707" y="5324046"/>
            <a:ext cx="100924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NOTE! Directory names (and file names for the matter) can not contain spaces. </a:t>
            </a:r>
            <a:endParaRPr sz="1867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Underscores are often used instead if you want to separate words.</a:t>
            </a:r>
            <a:endParaRPr sz="1867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880;p124">
            <a:extLst>
              <a:ext uri="{FF2B5EF4-FFF2-40B4-BE49-F238E27FC236}">
                <a16:creationId xmlns:a16="http://schemas.microsoft.com/office/drawing/2014/main" id="{A14703CD-E1FF-352F-3C87-73CA7FDCF727}"/>
              </a:ext>
            </a:extLst>
          </p:cNvPr>
          <p:cNvSpPr txBox="1"/>
          <p:nvPr/>
        </p:nvSpPr>
        <p:spPr>
          <a:xfrm>
            <a:off x="4745645" y="2400200"/>
            <a:ext cx="2700800" cy="49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mkdir Data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81;p124">
            <a:extLst>
              <a:ext uri="{FF2B5EF4-FFF2-40B4-BE49-F238E27FC236}">
                <a16:creationId xmlns:a16="http://schemas.microsoft.com/office/drawing/2014/main" id="{53286674-86EB-BCBE-3A73-17EAF9BD8FD9}"/>
              </a:ext>
            </a:extLst>
          </p:cNvPr>
          <p:cNvSpPr txBox="1"/>
          <p:nvPr/>
        </p:nvSpPr>
        <p:spPr>
          <a:xfrm>
            <a:off x="4009507" y="3168121"/>
            <a:ext cx="41728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Change into this directory</a:t>
            </a:r>
            <a:endParaRPr sz="2667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Google Shape;882;p124">
            <a:extLst>
              <a:ext uri="{FF2B5EF4-FFF2-40B4-BE49-F238E27FC236}">
                <a16:creationId xmlns:a16="http://schemas.microsoft.com/office/drawing/2014/main" id="{D011BB6C-AA0E-5A2A-0641-295545AD6718}"/>
              </a:ext>
            </a:extLst>
          </p:cNvPr>
          <p:cNvSpPr txBox="1"/>
          <p:nvPr/>
        </p:nvSpPr>
        <p:spPr>
          <a:xfrm>
            <a:off x="5049453" y="4053969"/>
            <a:ext cx="2093200" cy="49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Data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83;p124">
            <a:extLst>
              <a:ext uri="{FF2B5EF4-FFF2-40B4-BE49-F238E27FC236}">
                <a16:creationId xmlns:a16="http://schemas.microsoft.com/office/drawing/2014/main" id="{9D5F9324-6393-2C4D-F25F-06655C842842}"/>
              </a:ext>
            </a:extLst>
          </p:cNvPr>
          <p:cNvSpPr txBox="1"/>
          <p:nvPr/>
        </p:nvSpPr>
        <p:spPr>
          <a:xfrm>
            <a:off x="2854769" y="4656805"/>
            <a:ext cx="64824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Now what is your present working directory?</a:t>
            </a:r>
            <a:endParaRPr sz="2667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718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A84995-CCDF-5FA8-68C9-7163775DBBD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9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oogle Shape;890;p125" descr="directory.png">
            <a:extLst>
              <a:ext uri="{FF2B5EF4-FFF2-40B4-BE49-F238E27FC236}">
                <a16:creationId xmlns:a16="http://schemas.microsoft.com/office/drawing/2014/main" id="{DAF35A3B-9E95-AE8B-7005-E1E9B27139B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2190766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91;p125" descr="directory.png">
            <a:extLst>
              <a:ext uri="{FF2B5EF4-FFF2-40B4-BE49-F238E27FC236}">
                <a16:creationId xmlns:a16="http://schemas.microsoft.com/office/drawing/2014/main" id="{BB55A312-CAB8-5AD1-CF91-93EAA97FAA1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2236133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92;p125" descr="directory.png">
            <a:extLst>
              <a:ext uri="{FF2B5EF4-FFF2-40B4-BE49-F238E27FC236}">
                <a16:creationId xmlns:a16="http://schemas.microsoft.com/office/drawing/2014/main" id="{FA54C67D-719E-A899-4966-FA69558CDCF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236135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93;p125" descr="directory.png">
            <a:extLst>
              <a:ext uri="{FF2B5EF4-FFF2-40B4-BE49-F238E27FC236}">
                <a16:creationId xmlns:a16="http://schemas.microsoft.com/office/drawing/2014/main" id="{ABF09D01-3DA7-3BFF-9990-E550F9D137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567103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94;p125" descr="directory.png">
            <a:extLst>
              <a:ext uri="{FF2B5EF4-FFF2-40B4-BE49-F238E27FC236}">
                <a16:creationId xmlns:a16="http://schemas.microsoft.com/office/drawing/2014/main" id="{7BB18D54-9E70-9473-80D7-57854337A1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567099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95;p125" descr="directory.png">
            <a:extLst>
              <a:ext uri="{FF2B5EF4-FFF2-40B4-BE49-F238E27FC236}">
                <a16:creationId xmlns:a16="http://schemas.microsoft.com/office/drawing/2014/main" id="{1C083109-D461-014C-6DA9-5BF53E9BC07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567099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896;p125">
            <a:extLst>
              <a:ext uri="{FF2B5EF4-FFF2-40B4-BE49-F238E27FC236}">
                <a16:creationId xmlns:a16="http://schemas.microsoft.com/office/drawing/2014/main" id="{24BA76F6-B036-9390-C4A8-0AFE14D9B12B}"/>
              </a:ext>
            </a:extLst>
          </p:cNvPr>
          <p:cNvSpPr txBox="1"/>
          <p:nvPr/>
        </p:nvSpPr>
        <p:spPr>
          <a:xfrm>
            <a:off x="5892800" y="1027086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10" name="Google Shape;897;p125">
            <a:extLst>
              <a:ext uri="{FF2B5EF4-FFF2-40B4-BE49-F238E27FC236}">
                <a16:creationId xmlns:a16="http://schemas.microsoft.com/office/drawing/2014/main" id="{4DF918D9-FC41-0C00-E2F5-1CE3ABC55124}"/>
              </a:ext>
            </a:extLst>
          </p:cNvPr>
          <p:cNvSpPr txBox="1"/>
          <p:nvPr/>
        </p:nvSpPr>
        <p:spPr>
          <a:xfrm>
            <a:off x="2831253" y="2561246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898;p125">
            <a:extLst>
              <a:ext uri="{FF2B5EF4-FFF2-40B4-BE49-F238E27FC236}">
                <a16:creationId xmlns:a16="http://schemas.microsoft.com/office/drawing/2014/main" id="{750F9B46-F23D-CD16-3A3D-003EC6CA124C}"/>
              </a:ext>
            </a:extLst>
          </p:cNvPr>
          <p:cNvSpPr txBox="1"/>
          <p:nvPr/>
        </p:nvSpPr>
        <p:spPr>
          <a:xfrm>
            <a:off x="5784427" y="2561246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899;p125">
            <a:extLst>
              <a:ext uri="{FF2B5EF4-FFF2-40B4-BE49-F238E27FC236}">
                <a16:creationId xmlns:a16="http://schemas.microsoft.com/office/drawing/2014/main" id="{D508D202-2E3C-E955-2F58-13242E666785}"/>
              </a:ext>
            </a:extLst>
          </p:cNvPr>
          <p:cNvSpPr txBox="1"/>
          <p:nvPr/>
        </p:nvSpPr>
        <p:spPr>
          <a:xfrm>
            <a:off x="8547947" y="2561246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Google Shape;900;p125">
            <a:extLst>
              <a:ext uri="{FF2B5EF4-FFF2-40B4-BE49-F238E27FC236}">
                <a16:creationId xmlns:a16="http://schemas.microsoft.com/office/drawing/2014/main" id="{C87B9C53-8D2B-6CA4-2B24-DF66E9659C46}"/>
              </a:ext>
            </a:extLst>
          </p:cNvPr>
          <p:cNvCxnSpPr/>
          <p:nvPr/>
        </p:nvCxnSpPr>
        <p:spPr>
          <a:xfrm flipH="1">
            <a:off x="3942107" y="1728126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4" name="Google Shape;901;p125">
            <a:extLst>
              <a:ext uri="{FF2B5EF4-FFF2-40B4-BE49-F238E27FC236}">
                <a16:creationId xmlns:a16="http://schemas.microsoft.com/office/drawing/2014/main" id="{2E880DA9-7975-3612-6893-C6D39A092251}"/>
              </a:ext>
            </a:extLst>
          </p:cNvPr>
          <p:cNvCxnSpPr/>
          <p:nvPr/>
        </p:nvCxnSpPr>
        <p:spPr>
          <a:xfrm>
            <a:off x="6624331" y="1816626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5" name="Google Shape;902;p125">
            <a:extLst>
              <a:ext uri="{FF2B5EF4-FFF2-40B4-BE49-F238E27FC236}">
                <a16:creationId xmlns:a16="http://schemas.microsoft.com/office/drawing/2014/main" id="{D6D32449-DB3B-BEFB-539B-BB32E0F962B3}"/>
              </a:ext>
            </a:extLst>
          </p:cNvPr>
          <p:cNvCxnSpPr/>
          <p:nvPr/>
        </p:nvCxnSpPr>
        <p:spPr>
          <a:xfrm>
            <a:off x="5936827" y="1728126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6" name="Google Shape;904;p125">
            <a:extLst>
              <a:ext uri="{FF2B5EF4-FFF2-40B4-BE49-F238E27FC236}">
                <a16:creationId xmlns:a16="http://schemas.microsoft.com/office/drawing/2014/main" id="{78ED672A-BA0D-5A8E-95B4-EA9D22FA548A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580244" y="1597775"/>
            <a:ext cx="3999703" cy="65745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7" name="Google Shape;905;p125">
            <a:extLst>
              <a:ext uri="{FF2B5EF4-FFF2-40B4-BE49-F238E27FC236}">
                <a16:creationId xmlns:a16="http://schemas.microsoft.com/office/drawing/2014/main" id="{B9958BB9-0028-35C8-D4DD-301BB057DF50}"/>
              </a:ext>
            </a:extLst>
          </p:cNvPr>
          <p:cNvSpPr txBox="1"/>
          <p:nvPr/>
        </p:nvSpPr>
        <p:spPr>
          <a:xfrm>
            <a:off x="10579947" y="2009034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18" name="Google Shape;906;p125">
            <a:extLst>
              <a:ext uri="{FF2B5EF4-FFF2-40B4-BE49-F238E27FC236}">
                <a16:creationId xmlns:a16="http://schemas.microsoft.com/office/drawing/2014/main" id="{DAD7882E-0683-8403-D976-0BE85AB95807}"/>
              </a:ext>
            </a:extLst>
          </p:cNvPr>
          <p:cNvCxnSpPr>
            <a:cxnSpLocks/>
          </p:cNvCxnSpPr>
          <p:nvPr/>
        </p:nvCxnSpPr>
        <p:spPr>
          <a:xfrm>
            <a:off x="3318933" y="3241966"/>
            <a:ext cx="0" cy="32512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9" name="Google Shape;907;p125">
            <a:extLst>
              <a:ext uri="{FF2B5EF4-FFF2-40B4-BE49-F238E27FC236}">
                <a16:creationId xmlns:a16="http://schemas.microsoft.com/office/drawing/2014/main" id="{064DEA71-0FD4-64CE-3DFF-DB9852A4DB64}"/>
              </a:ext>
            </a:extLst>
          </p:cNvPr>
          <p:cNvSpPr txBox="1"/>
          <p:nvPr/>
        </p:nvSpPr>
        <p:spPr>
          <a:xfrm>
            <a:off x="915847" y="3902366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908;p125">
            <a:extLst>
              <a:ext uri="{FF2B5EF4-FFF2-40B4-BE49-F238E27FC236}">
                <a16:creationId xmlns:a16="http://schemas.microsoft.com/office/drawing/2014/main" id="{A8EFDBAC-19EA-8F0B-26CE-8CC6829D3763}"/>
              </a:ext>
            </a:extLst>
          </p:cNvPr>
          <p:cNvSpPr txBox="1"/>
          <p:nvPr/>
        </p:nvSpPr>
        <p:spPr>
          <a:xfrm>
            <a:off x="2756415" y="3902366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909;p125">
            <a:extLst>
              <a:ext uri="{FF2B5EF4-FFF2-40B4-BE49-F238E27FC236}">
                <a16:creationId xmlns:a16="http://schemas.microsoft.com/office/drawing/2014/main" id="{01230BED-1964-96E6-4FF2-B75FF72A890F}"/>
              </a:ext>
            </a:extLst>
          </p:cNvPr>
          <p:cNvSpPr txBox="1"/>
          <p:nvPr/>
        </p:nvSpPr>
        <p:spPr>
          <a:xfrm>
            <a:off x="4462815" y="3902366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2" name="Google Shape;910;p125">
            <a:extLst>
              <a:ext uri="{FF2B5EF4-FFF2-40B4-BE49-F238E27FC236}">
                <a16:creationId xmlns:a16="http://schemas.microsoft.com/office/drawing/2014/main" id="{F9D6023F-49A9-D82F-82C0-1F02E1EC22A3}"/>
              </a:ext>
            </a:extLst>
          </p:cNvPr>
          <p:cNvCxnSpPr>
            <a:cxnSpLocks/>
          </p:cNvCxnSpPr>
          <p:nvPr/>
        </p:nvCxnSpPr>
        <p:spPr>
          <a:xfrm flipH="1">
            <a:off x="1452752" y="2987966"/>
            <a:ext cx="1058978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3" name="Google Shape;911;p125">
            <a:extLst>
              <a:ext uri="{FF2B5EF4-FFF2-40B4-BE49-F238E27FC236}">
                <a16:creationId xmlns:a16="http://schemas.microsoft.com/office/drawing/2014/main" id="{865A6F5B-0340-D493-289F-3DD74586BC5B}"/>
              </a:ext>
            </a:extLst>
          </p:cNvPr>
          <p:cNvCxnSpPr>
            <a:cxnSpLocks/>
          </p:cNvCxnSpPr>
          <p:nvPr/>
        </p:nvCxnSpPr>
        <p:spPr>
          <a:xfrm>
            <a:off x="3969507" y="2931733"/>
            <a:ext cx="1241809" cy="56423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4" name="Google Shape;913;p125">
            <a:extLst>
              <a:ext uri="{FF2B5EF4-FFF2-40B4-BE49-F238E27FC236}">
                <a16:creationId xmlns:a16="http://schemas.microsoft.com/office/drawing/2014/main" id="{C798C4C3-3699-F8A3-6CF1-DBCF3827802E}"/>
              </a:ext>
            </a:extLst>
          </p:cNvPr>
          <p:cNvCxnSpPr/>
          <p:nvPr/>
        </p:nvCxnSpPr>
        <p:spPr>
          <a:xfrm>
            <a:off x="1614095" y="4627178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pic>
        <p:nvPicPr>
          <p:cNvPr id="25" name="Google Shape;914;p125" descr="directory.png">
            <a:extLst>
              <a:ext uri="{FF2B5EF4-FFF2-40B4-BE49-F238E27FC236}">
                <a16:creationId xmlns:a16="http://schemas.microsoft.com/office/drawing/2014/main" id="{AE7C1385-3796-1C08-4A19-549355F904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33" y="5030133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915;p125">
            <a:extLst>
              <a:ext uri="{FF2B5EF4-FFF2-40B4-BE49-F238E27FC236}">
                <a16:creationId xmlns:a16="http://schemas.microsoft.com/office/drawing/2014/main" id="{B339273A-5682-79EC-2CBC-0030082801E8}"/>
              </a:ext>
            </a:extLst>
          </p:cNvPr>
          <p:cNvSpPr txBox="1"/>
          <p:nvPr/>
        </p:nvSpPr>
        <p:spPr>
          <a:xfrm>
            <a:off x="1276572" y="5348658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Google Shape;916;p125">
            <a:extLst>
              <a:ext uri="{FF2B5EF4-FFF2-40B4-BE49-F238E27FC236}">
                <a16:creationId xmlns:a16="http://schemas.microsoft.com/office/drawing/2014/main" id="{3146F3B9-BA80-9FB6-FC00-AAFE300AB3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32700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917;p125">
            <a:extLst>
              <a:ext uri="{FF2B5EF4-FFF2-40B4-BE49-F238E27FC236}">
                <a16:creationId xmlns:a16="http://schemas.microsoft.com/office/drawing/2014/main" id="{E56B3FC5-A8BA-60C2-EC26-01C851A293E9}"/>
              </a:ext>
            </a:extLst>
          </p:cNvPr>
          <p:cNvSpPr txBox="1"/>
          <p:nvPr/>
        </p:nvSpPr>
        <p:spPr>
          <a:xfrm>
            <a:off x="191363" y="3596639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698541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A7B6B7-311A-03D0-6F87-D5BE9ACFBDE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10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922;p126">
            <a:extLst>
              <a:ext uri="{FF2B5EF4-FFF2-40B4-BE49-F238E27FC236}">
                <a16:creationId xmlns:a16="http://schemas.microsoft.com/office/drawing/2014/main" id="{704DE5F8-06C9-2932-1478-9369600DA7A1}"/>
              </a:ext>
            </a:extLst>
          </p:cNvPr>
          <p:cNvSpPr/>
          <p:nvPr/>
        </p:nvSpPr>
        <p:spPr>
          <a:xfrm>
            <a:off x="5375100" y="985775"/>
            <a:ext cx="1444000" cy="10692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923;p126">
            <a:extLst>
              <a:ext uri="{FF2B5EF4-FFF2-40B4-BE49-F238E27FC236}">
                <a16:creationId xmlns:a16="http://schemas.microsoft.com/office/drawing/2014/main" id="{2CCEC655-EC20-3BD4-11CA-961C748419EA}"/>
              </a:ext>
            </a:extLst>
          </p:cNvPr>
          <p:cNvSpPr/>
          <p:nvPr/>
        </p:nvSpPr>
        <p:spPr>
          <a:xfrm>
            <a:off x="2600567" y="2425471"/>
            <a:ext cx="1376000" cy="11092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24;p126">
            <a:extLst>
              <a:ext uri="{FF2B5EF4-FFF2-40B4-BE49-F238E27FC236}">
                <a16:creationId xmlns:a16="http://schemas.microsoft.com/office/drawing/2014/main" id="{A8C86BF6-FEE2-8557-08AA-968002429FE2}"/>
              </a:ext>
            </a:extLst>
          </p:cNvPr>
          <p:cNvSpPr/>
          <p:nvPr/>
        </p:nvSpPr>
        <p:spPr>
          <a:xfrm>
            <a:off x="907167" y="3846535"/>
            <a:ext cx="1436400" cy="11092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25;p126">
            <a:extLst>
              <a:ext uri="{FF2B5EF4-FFF2-40B4-BE49-F238E27FC236}">
                <a16:creationId xmlns:a16="http://schemas.microsoft.com/office/drawing/2014/main" id="{8D6DC143-5DC6-C721-B57C-44EFE20F55C4}"/>
              </a:ext>
            </a:extLst>
          </p:cNvPr>
          <p:cNvSpPr/>
          <p:nvPr/>
        </p:nvSpPr>
        <p:spPr>
          <a:xfrm>
            <a:off x="997067" y="5280571"/>
            <a:ext cx="1444000" cy="11092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926;p126" descr="directory.png">
            <a:extLst>
              <a:ext uri="{FF2B5EF4-FFF2-40B4-BE49-F238E27FC236}">
                <a16:creationId xmlns:a16="http://schemas.microsoft.com/office/drawing/2014/main" id="{623A2431-0055-455A-5948-DF3FAB137E6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985771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27;p126" descr="directory.png">
            <a:extLst>
              <a:ext uri="{FF2B5EF4-FFF2-40B4-BE49-F238E27FC236}">
                <a16:creationId xmlns:a16="http://schemas.microsoft.com/office/drawing/2014/main" id="{AE2BCCDB-CA93-46AE-7B66-C81AEB8B1FC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2454004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28;p126" descr="directory.png">
            <a:extLst>
              <a:ext uri="{FF2B5EF4-FFF2-40B4-BE49-F238E27FC236}">
                <a16:creationId xmlns:a16="http://schemas.microsoft.com/office/drawing/2014/main" id="{2C320DDA-0E14-6396-7517-B4DD4A3210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2499371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29;p126" descr="directory.png">
            <a:extLst>
              <a:ext uri="{FF2B5EF4-FFF2-40B4-BE49-F238E27FC236}">
                <a16:creationId xmlns:a16="http://schemas.microsoft.com/office/drawing/2014/main" id="{B7C113F9-1F88-7C67-4A64-AE566D37ED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499373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930;p126" descr="directory.png">
            <a:extLst>
              <a:ext uri="{FF2B5EF4-FFF2-40B4-BE49-F238E27FC236}">
                <a16:creationId xmlns:a16="http://schemas.microsoft.com/office/drawing/2014/main" id="{54A05E31-87B4-478E-F40B-7CBCAFB6A4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830341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931;p126" descr="directory.png">
            <a:extLst>
              <a:ext uri="{FF2B5EF4-FFF2-40B4-BE49-F238E27FC236}">
                <a16:creationId xmlns:a16="http://schemas.microsoft.com/office/drawing/2014/main" id="{65275CC0-009D-095D-6E57-0FF122E1C39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830337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932;p126" descr="directory.png">
            <a:extLst>
              <a:ext uri="{FF2B5EF4-FFF2-40B4-BE49-F238E27FC236}">
                <a16:creationId xmlns:a16="http://schemas.microsoft.com/office/drawing/2014/main" id="{C469A67D-3BD5-CAE9-6932-C8D1F6072B2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830337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933;p126" descr="directory.png">
            <a:extLst>
              <a:ext uri="{FF2B5EF4-FFF2-40B4-BE49-F238E27FC236}">
                <a16:creationId xmlns:a16="http://schemas.microsoft.com/office/drawing/2014/main" id="{35D3E9AB-47CB-8D61-9CDE-5958AA67990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33" y="5293371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934;p126">
            <a:extLst>
              <a:ext uri="{FF2B5EF4-FFF2-40B4-BE49-F238E27FC236}">
                <a16:creationId xmlns:a16="http://schemas.microsoft.com/office/drawing/2014/main" id="{CDC5BE10-03CC-03F3-42E4-4D1AAD639D99}"/>
              </a:ext>
            </a:extLst>
          </p:cNvPr>
          <p:cNvSpPr txBox="1"/>
          <p:nvPr/>
        </p:nvSpPr>
        <p:spPr>
          <a:xfrm>
            <a:off x="5892800" y="1290324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16" name="Google Shape;935;p126">
            <a:extLst>
              <a:ext uri="{FF2B5EF4-FFF2-40B4-BE49-F238E27FC236}">
                <a16:creationId xmlns:a16="http://schemas.microsoft.com/office/drawing/2014/main" id="{B9CCB8D2-F879-DF3C-4FD9-69545CCC6ADB}"/>
              </a:ext>
            </a:extLst>
          </p:cNvPr>
          <p:cNvSpPr txBox="1"/>
          <p:nvPr/>
        </p:nvSpPr>
        <p:spPr>
          <a:xfrm>
            <a:off x="2831253" y="2824484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936;p126">
            <a:extLst>
              <a:ext uri="{FF2B5EF4-FFF2-40B4-BE49-F238E27FC236}">
                <a16:creationId xmlns:a16="http://schemas.microsoft.com/office/drawing/2014/main" id="{5610CB74-E1DB-9E5B-D102-5A0DC3F1A02B}"/>
              </a:ext>
            </a:extLst>
          </p:cNvPr>
          <p:cNvSpPr txBox="1"/>
          <p:nvPr/>
        </p:nvSpPr>
        <p:spPr>
          <a:xfrm>
            <a:off x="5784427" y="2824484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937;p126">
            <a:extLst>
              <a:ext uri="{FF2B5EF4-FFF2-40B4-BE49-F238E27FC236}">
                <a16:creationId xmlns:a16="http://schemas.microsoft.com/office/drawing/2014/main" id="{B75FC6BE-6829-8424-529E-3CD0CD0A935F}"/>
              </a:ext>
            </a:extLst>
          </p:cNvPr>
          <p:cNvSpPr txBox="1"/>
          <p:nvPr/>
        </p:nvSpPr>
        <p:spPr>
          <a:xfrm>
            <a:off x="8547947" y="2824484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Google Shape;938;p126">
            <a:extLst>
              <a:ext uri="{FF2B5EF4-FFF2-40B4-BE49-F238E27FC236}">
                <a16:creationId xmlns:a16="http://schemas.microsoft.com/office/drawing/2014/main" id="{10C1304F-2804-980B-88BE-EA6ED2AA4828}"/>
              </a:ext>
            </a:extLst>
          </p:cNvPr>
          <p:cNvCxnSpPr/>
          <p:nvPr/>
        </p:nvCxnSpPr>
        <p:spPr>
          <a:xfrm flipH="1">
            <a:off x="3802053" y="1769638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0" name="Google Shape;939;p126">
            <a:extLst>
              <a:ext uri="{FF2B5EF4-FFF2-40B4-BE49-F238E27FC236}">
                <a16:creationId xmlns:a16="http://schemas.microsoft.com/office/drawing/2014/main" id="{82689F4E-A9F8-7242-DCBF-7389FE12E751}"/>
              </a:ext>
            </a:extLst>
          </p:cNvPr>
          <p:cNvCxnSpPr/>
          <p:nvPr/>
        </p:nvCxnSpPr>
        <p:spPr>
          <a:xfrm>
            <a:off x="6874947" y="1979073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1" name="Google Shape;940;p126">
            <a:extLst>
              <a:ext uri="{FF2B5EF4-FFF2-40B4-BE49-F238E27FC236}">
                <a16:creationId xmlns:a16="http://schemas.microsoft.com/office/drawing/2014/main" id="{53B5EDFF-75EE-09E2-EE52-4F9B02CD66B6}"/>
              </a:ext>
            </a:extLst>
          </p:cNvPr>
          <p:cNvCxnSpPr>
            <a:cxnSpLocks/>
          </p:cNvCxnSpPr>
          <p:nvPr/>
        </p:nvCxnSpPr>
        <p:spPr>
          <a:xfrm>
            <a:off x="6024368" y="2120200"/>
            <a:ext cx="22800" cy="433242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2" name="Google Shape;942;p126">
            <a:extLst>
              <a:ext uri="{FF2B5EF4-FFF2-40B4-BE49-F238E27FC236}">
                <a16:creationId xmlns:a16="http://schemas.microsoft.com/office/drawing/2014/main" id="{4F259E99-5BDF-32FB-F096-566924E7DC33}"/>
              </a:ext>
            </a:extLst>
          </p:cNvPr>
          <p:cNvCxnSpPr/>
          <p:nvPr/>
        </p:nvCxnSpPr>
        <p:spPr>
          <a:xfrm>
            <a:off x="6888893" y="1847557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3" name="Google Shape;943;p126">
            <a:extLst>
              <a:ext uri="{FF2B5EF4-FFF2-40B4-BE49-F238E27FC236}">
                <a16:creationId xmlns:a16="http://schemas.microsoft.com/office/drawing/2014/main" id="{5A18EEBC-2B6C-ADA0-980E-AEF71E165A2F}"/>
              </a:ext>
            </a:extLst>
          </p:cNvPr>
          <p:cNvSpPr txBox="1"/>
          <p:nvPr/>
        </p:nvSpPr>
        <p:spPr>
          <a:xfrm>
            <a:off x="10579947" y="2272272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4" name="Google Shape;944;p126">
            <a:extLst>
              <a:ext uri="{FF2B5EF4-FFF2-40B4-BE49-F238E27FC236}">
                <a16:creationId xmlns:a16="http://schemas.microsoft.com/office/drawing/2014/main" id="{ADF56919-3E0F-1127-48BC-D1501FF1439D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270501" y="3657604"/>
            <a:ext cx="0" cy="188931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5" name="Google Shape;945;p126">
            <a:extLst>
              <a:ext uri="{FF2B5EF4-FFF2-40B4-BE49-F238E27FC236}">
                <a16:creationId xmlns:a16="http://schemas.microsoft.com/office/drawing/2014/main" id="{792053F9-148B-0367-2339-5D7F8948F6C9}"/>
              </a:ext>
            </a:extLst>
          </p:cNvPr>
          <p:cNvSpPr txBox="1"/>
          <p:nvPr/>
        </p:nvSpPr>
        <p:spPr>
          <a:xfrm>
            <a:off x="915847" y="4165604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Google Shape;946;p126">
            <a:extLst>
              <a:ext uri="{FF2B5EF4-FFF2-40B4-BE49-F238E27FC236}">
                <a16:creationId xmlns:a16="http://schemas.microsoft.com/office/drawing/2014/main" id="{6353B314-BEA3-F237-551C-E3330F782562}"/>
              </a:ext>
            </a:extLst>
          </p:cNvPr>
          <p:cNvSpPr txBox="1"/>
          <p:nvPr/>
        </p:nvSpPr>
        <p:spPr>
          <a:xfrm>
            <a:off x="2756415" y="4165604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Google Shape;947;p126">
            <a:extLst>
              <a:ext uri="{FF2B5EF4-FFF2-40B4-BE49-F238E27FC236}">
                <a16:creationId xmlns:a16="http://schemas.microsoft.com/office/drawing/2014/main" id="{C624CD2E-BF5E-D1E4-AA31-0D9812E4435B}"/>
              </a:ext>
            </a:extLst>
          </p:cNvPr>
          <p:cNvSpPr txBox="1"/>
          <p:nvPr/>
        </p:nvSpPr>
        <p:spPr>
          <a:xfrm>
            <a:off x="4462815" y="4165604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8" name="Google Shape;948;p126">
            <a:extLst>
              <a:ext uri="{FF2B5EF4-FFF2-40B4-BE49-F238E27FC236}">
                <a16:creationId xmlns:a16="http://schemas.microsoft.com/office/drawing/2014/main" id="{540F22A5-9D0B-586D-5BA1-E5F0D3ADD964}"/>
              </a:ext>
            </a:extLst>
          </p:cNvPr>
          <p:cNvCxnSpPr>
            <a:cxnSpLocks/>
          </p:cNvCxnSpPr>
          <p:nvPr/>
        </p:nvCxnSpPr>
        <p:spPr>
          <a:xfrm flipH="1">
            <a:off x="1151493" y="3316872"/>
            <a:ext cx="1289574" cy="442332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9" name="Google Shape;949;p126">
            <a:extLst>
              <a:ext uri="{FF2B5EF4-FFF2-40B4-BE49-F238E27FC236}">
                <a16:creationId xmlns:a16="http://schemas.microsoft.com/office/drawing/2014/main" id="{2C0241C4-B2DB-45B3-E8DB-3D9577BB9A7D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050470" y="3251204"/>
            <a:ext cx="961063" cy="57913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30" name="Google Shape;951;p126">
            <a:extLst>
              <a:ext uri="{FF2B5EF4-FFF2-40B4-BE49-F238E27FC236}">
                <a16:creationId xmlns:a16="http://schemas.microsoft.com/office/drawing/2014/main" id="{882545D8-5D83-04FC-3E77-1778FFAADA5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624871" y="5075141"/>
            <a:ext cx="0" cy="20543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31" name="Google Shape;952;p126">
            <a:extLst>
              <a:ext uri="{FF2B5EF4-FFF2-40B4-BE49-F238E27FC236}">
                <a16:creationId xmlns:a16="http://schemas.microsoft.com/office/drawing/2014/main" id="{33DD0CEE-26B1-59EE-8577-03DA5F9D3EA8}"/>
              </a:ext>
            </a:extLst>
          </p:cNvPr>
          <p:cNvSpPr txBox="1"/>
          <p:nvPr/>
        </p:nvSpPr>
        <p:spPr>
          <a:xfrm>
            <a:off x="1276572" y="5611896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Google Shape;953;p126">
            <a:extLst>
              <a:ext uri="{FF2B5EF4-FFF2-40B4-BE49-F238E27FC236}">
                <a16:creationId xmlns:a16="http://schemas.microsoft.com/office/drawing/2014/main" id="{9D1DA962-EF33-1377-CB3B-1DF5BEE81B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403201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954;p126">
            <a:extLst>
              <a:ext uri="{FF2B5EF4-FFF2-40B4-BE49-F238E27FC236}">
                <a16:creationId xmlns:a16="http://schemas.microsoft.com/office/drawing/2014/main" id="{74F07701-4B65-2BA6-7BF5-C730FB70AE03}"/>
              </a:ext>
            </a:extLst>
          </p:cNvPr>
          <p:cNvSpPr txBox="1"/>
          <p:nvPr/>
        </p:nvSpPr>
        <p:spPr>
          <a:xfrm>
            <a:off x="191363" y="4358643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pic>
        <p:nvPicPr>
          <p:cNvPr id="34" name="Google Shape;955;p126" descr="Screen Shot 2017-05-16 at 10.51.18.png">
            <a:extLst>
              <a:ext uri="{FF2B5EF4-FFF2-40B4-BE49-F238E27FC236}">
                <a16:creationId xmlns:a16="http://schemas.microsoft.com/office/drawing/2014/main" id="{38D84198-75CC-FEF9-839A-D6D4E36445C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6827" y="4502443"/>
            <a:ext cx="5087560" cy="1581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3570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49B13F-6061-B5D2-8E1F-DEB4D3F0DE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960;p127">
            <a:extLst>
              <a:ext uri="{FF2B5EF4-FFF2-40B4-BE49-F238E27FC236}">
                <a16:creationId xmlns:a16="http://schemas.microsoft.com/office/drawing/2014/main" id="{D17663B3-844C-E886-4138-D2B1D23CE221}"/>
              </a:ext>
            </a:extLst>
          </p:cNvPr>
          <p:cNvSpPr txBox="1"/>
          <p:nvPr/>
        </p:nvSpPr>
        <p:spPr>
          <a:xfrm>
            <a:off x="4523600" y="1444733"/>
            <a:ext cx="31448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Make an empty file</a:t>
            </a:r>
            <a:endParaRPr sz="28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Google Shape;961;p127">
            <a:extLst>
              <a:ext uri="{FF2B5EF4-FFF2-40B4-BE49-F238E27FC236}">
                <a16:creationId xmlns:a16="http://schemas.microsoft.com/office/drawing/2014/main" id="{3889761B-7DD9-0C1E-A144-29EA7D61B9D3}"/>
              </a:ext>
            </a:extLst>
          </p:cNvPr>
          <p:cNvSpPr txBox="1"/>
          <p:nvPr/>
        </p:nvSpPr>
        <p:spPr>
          <a:xfrm>
            <a:off x="4594491" y="2029691"/>
            <a:ext cx="3003200" cy="49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touch rags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62;p127">
            <a:extLst>
              <a:ext uri="{FF2B5EF4-FFF2-40B4-BE49-F238E27FC236}">
                <a16:creationId xmlns:a16="http://schemas.microsoft.com/office/drawing/2014/main" id="{055CED34-8141-2ED1-C6B4-154D566112B6}"/>
              </a:ext>
            </a:extLst>
          </p:cNvPr>
          <p:cNvSpPr txBox="1"/>
          <p:nvPr/>
        </p:nvSpPr>
        <p:spPr>
          <a:xfrm>
            <a:off x="4277703" y="2614652"/>
            <a:ext cx="36364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8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And another two</a:t>
            </a:r>
            <a:endParaRPr sz="28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963;p127">
            <a:extLst>
              <a:ext uri="{FF2B5EF4-FFF2-40B4-BE49-F238E27FC236}">
                <a16:creationId xmlns:a16="http://schemas.microsoft.com/office/drawing/2014/main" id="{1A709660-FE1A-5578-EB04-2A0C9B0BA608}"/>
              </a:ext>
            </a:extLst>
          </p:cNvPr>
          <p:cNvSpPr txBox="1"/>
          <p:nvPr/>
        </p:nvSpPr>
        <p:spPr>
          <a:xfrm>
            <a:off x="3620311" y="3199612"/>
            <a:ext cx="4951200" cy="49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touch Earth Heaven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64;p127">
            <a:extLst>
              <a:ext uri="{FF2B5EF4-FFF2-40B4-BE49-F238E27FC236}">
                <a16:creationId xmlns:a16="http://schemas.microsoft.com/office/drawing/2014/main" id="{31174F59-0918-FADF-6F87-5BB3F88BBE32}"/>
              </a:ext>
            </a:extLst>
          </p:cNvPr>
          <p:cNvSpPr txBox="1"/>
          <p:nvPr/>
        </p:nvSpPr>
        <p:spPr>
          <a:xfrm>
            <a:off x="2023655" y="3784572"/>
            <a:ext cx="81448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8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Now let’s list the contents of the current directory (Data)</a:t>
            </a:r>
            <a:endParaRPr sz="28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Google Shape;965;p127">
            <a:extLst>
              <a:ext uri="{FF2B5EF4-FFF2-40B4-BE49-F238E27FC236}">
                <a16:creationId xmlns:a16="http://schemas.microsoft.com/office/drawing/2014/main" id="{5E3EC36A-1156-E641-BA7E-0784164889A6}"/>
              </a:ext>
            </a:extLst>
          </p:cNvPr>
          <p:cNvSpPr txBox="1"/>
          <p:nvPr/>
        </p:nvSpPr>
        <p:spPr>
          <a:xfrm>
            <a:off x="5326660" y="4369533"/>
            <a:ext cx="1538800" cy="49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</a:t>
            </a:r>
            <a:endParaRPr sz="2667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" name="Google Shape;966;p127">
            <a:extLst>
              <a:ext uri="{FF2B5EF4-FFF2-40B4-BE49-F238E27FC236}">
                <a16:creationId xmlns:a16="http://schemas.microsoft.com/office/drawing/2014/main" id="{78FD63AF-6E34-1453-2269-4422BAB5B842}"/>
              </a:ext>
            </a:extLst>
          </p:cNvPr>
          <p:cNvSpPr txBox="1"/>
          <p:nvPr/>
        </p:nvSpPr>
        <p:spPr>
          <a:xfrm>
            <a:off x="663703" y="929127"/>
            <a:ext cx="10864400" cy="63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r>
              <a:rPr lang="en-GB" sz="3200" dirty="0">
                <a:solidFill>
                  <a:srgbClr val="000000"/>
                </a:solidFill>
                <a:latin typeface="Georgia" panose="02040502050405020303" pitchFamily="18" charset="0"/>
                <a:ea typeface="Calibri"/>
                <a:cs typeface="Calibri"/>
                <a:sym typeface="Calibri"/>
              </a:rPr>
              <a:t>Now let’s create some directories and files</a:t>
            </a:r>
            <a:endParaRPr sz="3200" dirty="0">
              <a:solidFill>
                <a:srgbClr val="000000"/>
              </a:solidFill>
              <a:latin typeface="Georgia" panose="02040502050405020303" pitchFamily="18" charset="0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968;p127" descr="Screen Shot 2017-05-16 at 10.52.02.png">
            <a:extLst>
              <a:ext uri="{FF2B5EF4-FFF2-40B4-BE49-F238E27FC236}">
                <a16:creationId xmlns:a16="http://schemas.microsoft.com/office/drawing/2014/main" id="{E90F7342-A1A2-C5E9-81CD-3EFE433474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32554" y="5099104"/>
            <a:ext cx="6583737" cy="1232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722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A8BBAE-624A-DE80-AD93-728E35E9AD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12</a:t>
            </a:r>
          </a:p>
          <a:p>
            <a:pPr algn="r"/>
            <a:endParaRPr lang="en-US" dirty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oogle Shape;973;p128" descr="directory.png">
            <a:extLst>
              <a:ext uri="{FF2B5EF4-FFF2-40B4-BE49-F238E27FC236}">
                <a16:creationId xmlns:a16="http://schemas.microsoft.com/office/drawing/2014/main" id="{528EF034-3C10-DEB9-DC20-420BF329F4A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55750" y="1842072"/>
            <a:ext cx="854800" cy="8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74;p128" descr="directory.png">
            <a:extLst>
              <a:ext uri="{FF2B5EF4-FFF2-40B4-BE49-F238E27FC236}">
                <a16:creationId xmlns:a16="http://schemas.microsoft.com/office/drawing/2014/main" id="{35A88D5E-A063-9409-641C-35512A2E19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9831" y="4238444"/>
            <a:ext cx="916000" cy="85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75;p128">
            <a:extLst>
              <a:ext uri="{FF2B5EF4-FFF2-40B4-BE49-F238E27FC236}">
                <a16:creationId xmlns:a16="http://schemas.microsoft.com/office/drawing/2014/main" id="{76A37126-92DA-4D59-376D-BDF81F9C2618}"/>
              </a:ext>
            </a:extLst>
          </p:cNvPr>
          <p:cNvSpPr txBox="1"/>
          <p:nvPr/>
        </p:nvSpPr>
        <p:spPr>
          <a:xfrm>
            <a:off x="4551127" y="2055555"/>
            <a:ext cx="969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6" name="Google Shape;976;p128">
            <a:extLst>
              <a:ext uri="{FF2B5EF4-FFF2-40B4-BE49-F238E27FC236}">
                <a16:creationId xmlns:a16="http://schemas.microsoft.com/office/drawing/2014/main" id="{E1BD4E1C-F165-B43D-482C-FA3BB0B122BA}"/>
              </a:ext>
            </a:extLst>
          </p:cNvPr>
          <p:cNvCxnSpPr>
            <a:cxnSpLocks/>
          </p:cNvCxnSpPr>
          <p:nvPr/>
        </p:nvCxnSpPr>
        <p:spPr>
          <a:xfrm flipH="1">
            <a:off x="5344608" y="1312272"/>
            <a:ext cx="751392" cy="54433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pic>
        <p:nvPicPr>
          <p:cNvPr id="7" name="Google Shape;977;p128" descr="directory.png">
            <a:extLst>
              <a:ext uri="{FF2B5EF4-FFF2-40B4-BE49-F238E27FC236}">
                <a16:creationId xmlns:a16="http://schemas.microsoft.com/office/drawing/2014/main" id="{690AD453-83F2-2B30-A06D-012382FA01A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3551" y="3112212"/>
            <a:ext cx="1042711" cy="97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78;p128" descr="directory.png">
            <a:extLst>
              <a:ext uri="{FF2B5EF4-FFF2-40B4-BE49-F238E27FC236}">
                <a16:creationId xmlns:a16="http://schemas.microsoft.com/office/drawing/2014/main" id="{68E68A4C-064C-06BE-579F-9C2DC5AE9A6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3385" y="3112212"/>
            <a:ext cx="916000" cy="9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79;p128" descr="directory.png">
            <a:extLst>
              <a:ext uri="{FF2B5EF4-FFF2-40B4-BE49-F238E27FC236}">
                <a16:creationId xmlns:a16="http://schemas.microsoft.com/office/drawing/2014/main" id="{0DADED2B-F22C-C4AB-3D80-E9E428FDA78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32361" y="3123275"/>
            <a:ext cx="916000" cy="9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980;p128">
            <a:extLst>
              <a:ext uri="{FF2B5EF4-FFF2-40B4-BE49-F238E27FC236}">
                <a16:creationId xmlns:a16="http://schemas.microsoft.com/office/drawing/2014/main" id="{AA75ACF3-2046-B52D-90E4-D392BC9D12F9}"/>
              </a:ext>
            </a:extLst>
          </p:cNvPr>
          <p:cNvCxnSpPr>
            <a:cxnSpLocks/>
          </p:cNvCxnSpPr>
          <p:nvPr/>
        </p:nvCxnSpPr>
        <p:spPr>
          <a:xfrm>
            <a:off x="5080634" y="2634675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1" name="Google Shape;981;p128">
            <a:extLst>
              <a:ext uri="{FF2B5EF4-FFF2-40B4-BE49-F238E27FC236}">
                <a16:creationId xmlns:a16="http://schemas.microsoft.com/office/drawing/2014/main" id="{B2E190F4-CC18-755C-8235-9B78B811A07C}"/>
              </a:ext>
            </a:extLst>
          </p:cNvPr>
          <p:cNvSpPr txBox="1"/>
          <p:nvPr/>
        </p:nvSpPr>
        <p:spPr>
          <a:xfrm>
            <a:off x="2696646" y="3396675"/>
            <a:ext cx="1435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Google Shape;982;p128">
            <a:extLst>
              <a:ext uri="{FF2B5EF4-FFF2-40B4-BE49-F238E27FC236}">
                <a16:creationId xmlns:a16="http://schemas.microsoft.com/office/drawing/2014/main" id="{C54C3EBB-9028-D6EF-1D4F-4338139AD3FA}"/>
              </a:ext>
            </a:extLst>
          </p:cNvPr>
          <p:cNvSpPr txBox="1"/>
          <p:nvPr/>
        </p:nvSpPr>
        <p:spPr>
          <a:xfrm>
            <a:off x="4674739" y="3396675"/>
            <a:ext cx="112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" name="Google Shape;983;p128">
            <a:extLst>
              <a:ext uri="{FF2B5EF4-FFF2-40B4-BE49-F238E27FC236}">
                <a16:creationId xmlns:a16="http://schemas.microsoft.com/office/drawing/2014/main" id="{5DF4ACD7-93C7-844C-D8D3-B173E28A7BA2}"/>
              </a:ext>
            </a:extLst>
          </p:cNvPr>
          <p:cNvSpPr txBox="1"/>
          <p:nvPr/>
        </p:nvSpPr>
        <p:spPr>
          <a:xfrm>
            <a:off x="6832361" y="3311490"/>
            <a:ext cx="1158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14" name="Google Shape;984;p128">
            <a:extLst>
              <a:ext uri="{FF2B5EF4-FFF2-40B4-BE49-F238E27FC236}">
                <a16:creationId xmlns:a16="http://schemas.microsoft.com/office/drawing/2014/main" id="{B09834E1-B1B9-83CD-0D6A-FA8BA7D27EE2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3314907" y="2424755"/>
            <a:ext cx="1175260" cy="68745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5" name="Google Shape;985;p128">
            <a:extLst>
              <a:ext uri="{FF2B5EF4-FFF2-40B4-BE49-F238E27FC236}">
                <a16:creationId xmlns:a16="http://schemas.microsoft.com/office/drawing/2014/main" id="{D07E55EC-0AB6-C23C-5F02-BCE561B2AE7D}"/>
              </a:ext>
            </a:extLst>
          </p:cNvPr>
          <p:cNvCxnSpPr>
            <a:cxnSpLocks/>
          </p:cNvCxnSpPr>
          <p:nvPr/>
        </p:nvCxnSpPr>
        <p:spPr>
          <a:xfrm>
            <a:off x="3287197" y="4015970"/>
            <a:ext cx="0" cy="29876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6" name="Google Shape;986;p128">
            <a:extLst>
              <a:ext uri="{FF2B5EF4-FFF2-40B4-BE49-F238E27FC236}">
                <a16:creationId xmlns:a16="http://schemas.microsoft.com/office/drawing/2014/main" id="{773E043C-F38A-52F6-D21B-D5EB117E81E7}"/>
              </a:ext>
            </a:extLst>
          </p:cNvPr>
          <p:cNvSpPr txBox="1"/>
          <p:nvPr/>
        </p:nvSpPr>
        <p:spPr>
          <a:xfrm>
            <a:off x="2844213" y="4462418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7" name="Google Shape;987;p128">
            <a:extLst>
              <a:ext uri="{FF2B5EF4-FFF2-40B4-BE49-F238E27FC236}">
                <a16:creationId xmlns:a16="http://schemas.microsoft.com/office/drawing/2014/main" id="{9D2C31C6-8DEA-A22F-6C2A-11EBF820A9EB}"/>
              </a:ext>
            </a:extLst>
          </p:cNvPr>
          <p:cNvCxnSpPr>
            <a:cxnSpLocks/>
          </p:cNvCxnSpPr>
          <p:nvPr/>
        </p:nvCxnSpPr>
        <p:spPr>
          <a:xfrm flipH="1">
            <a:off x="2414874" y="4969889"/>
            <a:ext cx="239027" cy="525561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8" name="Google Shape;988;p128">
            <a:extLst>
              <a:ext uri="{FF2B5EF4-FFF2-40B4-BE49-F238E27FC236}">
                <a16:creationId xmlns:a16="http://schemas.microsoft.com/office/drawing/2014/main" id="{67DEC2C8-20EF-3166-885E-58C56F31A4E4}"/>
              </a:ext>
            </a:extLst>
          </p:cNvPr>
          <p:cNvCxnSpPr>
            <a:cxnSpLocks/>
          </p:cNvCxnSpPr>
          <p:nvPr/>
        </p:nvCxnSpPr>
        <p:spPr>
          <a:xfrm>
            <a:off x="5763554" y="2634675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9" name="Google Shape;989;p128">
            <a:extLst>
              <a:ext uri="{FF2B5EF4-FFF2-40B4-BE49-F238E27FC236}">
                <a16:creationId xmlns:a16="http://schemas.microsoft.com/office/drawing/2014/main" id="{47EBE953-E61E-E83B-3AE8-54EBF2DB2038}"/>
              </a:ext>
            </a:extLst>
          </p:cNvPr>
          <p:cNvCxnSpPr>
            <a:cxnSpLocks/>
          </p:cNvCxnSpPr>
          <p:nvPr/>
        </p:nvCxnSpPr>
        <p:spPr>
          <a:xfrm>
            <a:off x="3226282" y="500025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0" name="Google Shape;990;p128">
            <a:extLst>
              <a:ext uri="{FF2B5EF4-FFF2-40B4-BE49-F238E27FC236}">
                <a16:creationId xmlns:a16="http://schemas.microsoft.com/office/drawing/2014/main" id="{E465B127-44DD-C5D5-1919-A77032EB64F5}"/>
              </a:ext>
            </a:extLst>
          </p:cNvPr>
          <p:cNvCxnSpPr>
            <a:cxnSpLocks/>
          </p:cNvCxnSpPr>
          <p:nvPr/>
        </p:nvCxnSpPr>
        <p:spPr>
          <a:xfrm>
            <a:off x="3741761" y="5000250"/>
            <a:ext cx="331413" cy="50147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1" name="Google Shape;991;p128">
            <a:extLst>
              <a:ext uri="{FF2B5EF4-FFF2-40B4-BE49-F238E27FC236}">
                <a16:creationId xmlns:a16="http://schemas.microsoft.com/office/drawing/2014/main" id="{76B07A3F-DEE3-C7DF-A2CD-AE8B1F00A76F}"/>
              </a:ext>
            </a:extLst>
          </p:cNvPr>
          <p:cNvSpPr txBox="1"/>
          <p:nvPr/>
        </p:nvSpPr>
        <p:spPr>
          <a:xfrm>
            <a:off x="1941198" y="5565815"/>
            <a:ext cx="76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rags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2" name="Google Shape;992;p128">
            <a:extLst>
              <a:ext uri="{FF2B5EF4-FFF2-40B4-BE49-F238E27FC236}">
                <a16:creationId xmlns:a16="http://schemas.microsoft.com/office/drawing/2014/main" id="{FB7C236D-21BD-AE7C-36F3-AF1CEA8EEEFC}"/>
              </a:ext>
            </a:extLst>
          </p:cNvPr>
          <p:cNvSpPr txBox="1"/>
          <p:nvPr/>
        </p:nvSpPr>
        <p:spPr>
          <a:xfrm>
            <a:off x="2825761" y="5565815"/>
            <a:ext cx="91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Earth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" name="Google Shape;993;p128">
            <a:extLst>
              <a:ext uri="{FF2B5EF4-FFF2-40B4-BE49-F238E27FC236}">
                <a16:creationId xmlns:a16="http://schemas.microsoft.com/office/drawing/2014/main" id="{534CBBC8-FDE9-273C-68F4-5BA9F4061389}"/>
              </a:ext>
            </a:extLst>
          </p:cNvPr>
          <p:cNvSpPr txBox="1"/>
          <p:nvPr/>
        </p:nvSpPr>
        <p:spPr>
          <a:xfrm>
            <a:off x="3860154" y="5565815"/>
            <a:ext cx="119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Heaven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4" name="Google Shape;994;p128">
            <a:extLst>
              <a:ext uri="{FF2B5EF4-FFF2-40B4-BE49-F238E27FC236}">
                <a16:creationId xmlns:a16="http://schemas.microsoft.com/office/drawing/2014/main" id="{ED101000-6404-6249-3217-781CEB5B09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0521" y="3213813"/>
            <a:ext cx="377100" cy="3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995;p128">
            <a:extLst>
              <a:ext uri="{FF2B5EF4-FFF2-40B4-BE49-F238E27FC236}">
                <a16:creationId xmlns:a16="http://schemas.microsoft.com/office/drawing/2014/main" id="{AF2E5BF6-FA47-D24A-5EEA-13021588B5FA}"/>
              </a:ext>
            </a:extLst>
          </p:cNvPr>
          <p:cNvSpPr txBox="1"/>
          <p:nvPr/>
        </p:nvSpPr>
        <p:spPr>
          <a:xfrm>
            <a:off x="2047803" y="3540439"/>
            <a:ext cx="5528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4853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CC54F9-0857-2B3F-DA88-FE6B898DA6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13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002;p129">
            <a:extLst>
              <a:ext uri="{FF2B5EF4-FFF2-40B4-BE49-F238E27FC236}">
                <a16:creationId xmlns:a16="http://schemas.microsoft.com/office/drawing/2014/main" id="{218FD417-AE6C-5C6D-1516-63CFA5966AA0}"/>
              </a:ext>
            </a:extLst>
          </p:cNvPr>
          <p:cNvSpPr txBox="1"/>
          <p:nvPr/>
        </p:nvSpPr>
        <p:spPr>
          <a:xfrm>
            <a:off x="7759508" y="3515338"/>
            <a:ext cx="356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Now list ALL of the files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Google Shape;1003;p129">
            <a:extLst>
              <a:ext uri="{FF2B5EF4-FFF2-40B4-BE49-F238E27FC236}">
                <a16:creationId xmlns:a16="http://schemas.microsoft.com/office/drawing/2014/main" id="{85F5B3FE-C6C3-906B-FDC7-030240D92976}"/>
              </a:ext>
            </a:extLst>
          </p:cNvPr>
          <p:cNvSpPr txBox="1"/>
          <p:nvPr/>
        </p:nvSpPr>
        <p:spPr>
          <a:xfrm>
            <a:off x="8672908" y="4132804"/>
            <a:ext cx="1736800" cy="49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-a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004;p129" descr="Screen Shot 2017-05-16 at 10.52.31.png">
            <a:extLst>
              <a:ext uri="{FF2B5EF4-FFF2-40B4-BE49-F238E27FC236}">
                <a16:creationId xmlns:a16="http://schemas.microsoft.com/office/drawing/2014/main" id="{D7E94D7C-AE22-73C7-EDA7-8F4E4A0B1C9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20458" y="4987338"/>
            <a:ext cx="4241700" cy="11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5;p129" descr="directory.png">
            <a:extLst>
              <a:ext uri="{FF2B5EF4-FFF2-40B4-BE49-F238E27FC236}">
                <a16:creationId xmlns:a16="http://schemas.microsoft.com/office/drawing/2014/main" id="{A416DC43-660A-6B67-31A6-1B8AB8DFA8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7671" y="1731236"/>
            <a:ext cx="854800" cy="8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06;p129" descr="directory.png">
            <a:extLst>
              <a:ext uri="{FF2B5EF4-FFF2-40B4-BE49-F238E27FC236}">
                <a16:creationId xmlns:a16="http://schemas.microsoft.com/office/drawing/2014/main" id="{216EF90E-AEAB-0F04-6BAF-88E1EDE9CB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2917" y="4127608"/>
            <a:ext cx="916000" cy="8547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07;p129">
            <a:extLst>
              <a:ext uri="{FF2B5EF4-FFF2-40B4-BE49-F238E27FC236}">
                <a16:creationId xmlns:a16="http://schemas.microsoft.com/office/drawing/2014/main" id="{8C9A1C09-1908-A967-736C-3BAF4A21A9E6}"/>
              </a:ext>
            </a:extLst>
          </p:cNvPr>
          <p:cNvSpPr txBox="1"/>
          <p:nvPr/>
        </p:nvSpPr>
        <p:spPr>
          <a:xfrm>
            <a:off x="3507671" y="1963238"/>
            <a:ext cx="969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9" name="Google Shape;1008;p129">
            <a:extLst>
              <a:ext uri="{FF2B5EF4-FFF2-40B4-BE49-F238E27FC236}">
                <a16:creationId xmlns:a16="http://schemas.microsoft.com/office/drawing/2014/main" id="{2EF09249-DC1C-AECE-52D9-15379748EF21}"/>
              </a:ext>
            </a:extLst>
          </p:cNvPr>
          <p:cNvCxnSpPr/>
          <p:nvPr/>
        </p:nvCxnSpPr>
        <p:spPr>
          <a:xfrm flipH="1">
            <a:off x="4516667" y="1263999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0" name="Google Shape;1009;p129" descr="directory.png">
            <a:extLst>
              <a:ext uri="{FF2B5EF4-FFF2-40B4-BE49-F238E27FC236}">
                <a16:creationId xmlns:a16="http://schemas.microsoft.com/office/drawing/2014/main" id="{E87A32E5-FF2D-0460-9725-2E19C64979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6637" y="3001376"/>
            <a:ext cx="1042711" cy="97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010;p129" descr="directory.png">
            <a:extLst>
              <a:ext uri="{FF2B5EF4-FFF2-40B4-BE49-F238E27FC236}">
                <a16:creationId xmlns:a16="http://schemas.microsoft.com/office/drawing/2014/main" id="{5C801A1A-B383-600F-32B9-E8ABDF7FF9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6471" y="3001376"/>
            <a:ext cx="916000" cy="9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011;p129" descr="directory.png">
            <a:extLst>
              <a:ext uri="{FF2B5EF4-FFF2-40B4-BE49-F238E27FC236}">
                <a16:creationId xmlns:a16="http://schemas.microsoft.com/office/drawing/2014/main" id="{D64FF2E5-EE81-46FF-810F-061DF95F8D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0063" y="3001376"/>
            <a:ext cx="916000" cy="9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012;p129">
            <a:extLst>
              <a:ext uri="{FF2B5EF4-FFF2-40B4-BE49-F238E27FC236}">
                <a16:creationId xmlns:a16="http://schemas.microsoft.com/office/drawing/2014/main" id="{199DD091-AA03-7738-1D01-B8B97591748A}"/>
              </a:ext>
            </a:extLst>
          </p:cNvPr>
          <p:cNvCxnSpPr/>
          <p:nvPr/>
        </p:nvCxnSpPr>
        <p:spPr>
          <a:xfrm>
            <a:off x="3893493" y="2594959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14" name="Google Shape;1013;p129">
            <a:extLst>
              <a:ext uri="{FF2B5EF4-FFF2-40B4-BE49-F238E27FC236}">
                <a16:creationId xmlns:a16="http://schemas.microsoft.com/office/drawing/2014/main" id="{D23B8292-A475-4D4D-1F02-91BB657D3E59}"/>
              </a:ext>
            </a:extLst>
          </p:cNvPr>
          <p:cNvSpPr txBox="1"/>
          <p:nvPr/>
        </p:nvSpPr>
        <p:spPr>
          <a:xfrm>
            <a:off x="1449732" y="3285839"/>
            <a:ext cx="1435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" name="Google Shape;1014;p129">
            <a:extLst>
              <a:ext uri="{FF2B5EF4-FFF2-40B4-BE49-F238E27FC236}">
                <a16:creationId xmlns:a16="http://schemas.microsoft.com/office/drawing/2014/main" id="{E882FC99-164A-D309-E11E-42990FAFEB38}"/>
              </a:ext>
            </a:extLst>
          </p:cNvPr>
          <p:cNvSpPr txBox="1"/>
          <p:nvPr/>
        </p:nvSpPr>
        <p:spPr>
          <a:xfrm>
            <a:off x="3427825" y="3285839"/>
            <a:ext cx="112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6" name="Google Shape;1015;p129">
            <a:extLst>
              <a:ext uri="{FF2B5EF4-FFF2-40B4-BE49-F238E27FC236}">
                <a16:creationId xmlns:a16="http://schemas.microsoft.com/office/drawing/2014/main" id="{51B0E48F-C627-64D2-F6B7-C4A3E02910AF}"/>
              </a:ext>
            </a:extLst>
          </p:cNvPr>
          <p:cNvSpPr txBox="1"/>
          <p:nvPr/>
        </p:nvSpPr>
        <p:spPr>
          <a:xfrm>
            <a:off x="5343447" y="3285839"/>
            <a:ext cx="1158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17" name="Google Shape;1016;p129">
            <a:extLst>
              <a:ext uri="{FF2B5EF4-FFF2-40B4-BE49-F238E27FC236}">
                <a16:creationId xmlns:a16="http://schemas.microsoft.com/office/drawing/2014/main" id="{0E5E06A0-5EB0-CECF-FBDE-EA99E0478A1A}"/>
              </a:ext>
            </a:extLst>
          </p:cNvPr>
          <p:cNvCxnSpPr/>
          <p:nvPr/>
        </p:nvCxnSpPr>
        <p:spPr>
          <a:xfrm flipH="1">
            <a:off x="1726053" y="2523839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18" name="Google Shape;1017;p129">
            <a:extLst>
              <a:ext uri="{FF2B5EF4-FFF2-40B4-BE49-F238E27FC236}">
                <a16:creationId xmlns:a16="http://schemas.microsoft.com/office/drawing/2014/main" id="{08CB4EB2-C3C7-A5DB-A51B-45CB371ECD8B}"/>
              </a:ext>
            </a:extLst>
          </p:cNvPr>
          <p:cNvCxnSpPr/>
          <p:nvPr/>
        </p:nvCxnSpPr>
        <p:spPr>
          <a:xfrm>
            <a:off x="2014093" y="3765174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19" name="Google Shape;1018;p129">
            <a:extLst>
              <a:ext uri="{FF2B5EF4-FFF2-40B4-BE49-F238E27FC236}">
                <a16:creationId xmlns:a16="http://schemas.microsoft.com/office/drawing/2014/main" id="{8F61AE04-8278-8E48-3236-D3FB09BD9DE8}"/>
              </a:ext>
            </a:extLst>
          </p:cNvPr>
          <p:cNvSpPr txBox="1"/>
          <p:nvPr/>
        </p:nvSpPr>
        <p:spPr>
          <a:xfrm>
            <a:off x="1597299" y="4351582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0" name="Google Shape;1019;p129">
            <a:extLst>
              <a:ext uri="{FF2B5EF4-FFF2-40B4-BE49-F238E27FC236}">
                <a16:creationId xmlns:a16="http://schemas.microsoft.com/office/drawing/2014/main" id="{30AE264E-620E-CB33-8EA2-408124897638}"/>
              </a:ext>
            </a:extLst>
          </p:cNvPr>
          <p:cNvCxnSpPr/>
          <p:nvPr/>
        </p:nvCxnSpPr>
        <p:spPr>
          <a:xfrm flipH="1">
            <a:off x="1167960" y="4889414"/>
            <a:ext cx="265600" cy="4952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1" name="Google Shape;1020;p129">
            <a:extLst>
              <a:ext uri="{FF2B5EF4-FFF2-40B4-BE49-F238E27FC236}">
                <a16:creationId xmlns:a16="http://schemas.microsoft.com/office/drawing/2014/main" id="{2CA8E78A-24FB-E0B0-2769-B524631B5FE5}"/>
              </a:ext>
            </a:extLst>
          </p:cNvPr>
          <p:cNvCxnSpPr/>
          <p:nvPr/>
        </p:nvCxnSpPr>
        <p:spPr>
          <a:xfrm>
            <a:off x="4516640" y="2523839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2" name="Google Shape;1021;p129">
            <a:extLst>
              <a:ext uri="{FF2B5EF4-FFF2-40B4-BE49-F238E27FC236}">
                <a16:creationId xmlns:a16="http://schemas.microsoft.com/office/drawing/2014/main" id="{DB42ED4D-5A1D-6DE6-E50B-89FFB6F5B35A}"/>
              </a:ext>
            </a:extLst>
          </p:cNvPr>
          <p:cNvCxnSpPr/>
          <p:nvPr/>
        </p:nvCxnSpPr>
        <p:spPr>
          <a:xfrm>
            <a:off x="1966427" y="4876659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3" name="Google Shape;1022;p129">
            <a:extLst>
              <a:ext uri="{FF2B5EF4-FFF2-40B4-BE49-F238E27FC236}">
                <a16:creationId xmlns:a16="http://schemas.microsoft.com/office/drawing/2014/main" id="{24CCCB91-818B-4C6A-62D4-E9D965B0AC1A}"/>
              </a:ext>
            </a:extLst>
          </p:cNvPr>
          <p:cNvCxnSpPr/>
          <p:nvPr/>
        </p:nvCxnSpPr>
        <p:spPr>
          <a:xfrm>
            <a:off x="2468260" y="4882090"/>
            <a:ext cx="358000" cy="5088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4" name="Google Shape;1023;p129">
            <a:extLst>
              <a:ext uri="{FF2B5EF4-FFF2-40B4-BE49-F238E27FC236}">
                <a16:creationId xmlns:a16="http://schemas.microsoft.com/office/drawing/2014/main" id="{5F3722D4-A646-83FE-9243-3982E47C733E}"/>
              </a:ext>
            </a:extLst>
          </p:cNvPr>
          <p:cNvSpPr txBox="1"/>
          <p:nvPr/>
        </p:nvSpPr>
        <p:spPr>
          <a:xfrm>
            <a:off x="694284" y="5454979"/>
            <a:ext cx="76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rags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5" name="Google Shape;1024;p129">
            <a:extLst>
              <a:ext uri="{FF2B5EF4-FFF2-40B4-BE49-F238E27FC236}">
                <a16:creationId xmlns:a16="http://schemas.microsoft.com/office/drawing/2014/main" id="{0773A17F-0A34-81BA-2D8E-B132750E7C6E}"/>
              </a:ext>
            </a:extLst>
          </p:cNvPr>
          <p:cNvSpPr txBox="1"/>
          <p:nvPr/>
        </p:nvSpPr>
        <p:spPr>
          <a:xfrm>
            <a:off x="1578847" y="5454979"/>
            <a:ext cx="91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Earth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6" name="Google Shape;1025;p129">
            <a:extLst>
              <a:ext uri="{FF2B5EF4-FFF2-40B4-BE49-F238E27FC236}">
                <a16:creationId xmlns:a16="http://schemas.microsoft.com/office/drawing/2014/main" id="{6310768E-6EA8-CD51-26A7-F33179EB07C3}"/>
              </a:ext>
            </a:extLst>
          </p:cNvPr>
          <p:cNvSpPr txBox="1"/>
          <p:nvPr/>
        </p:nvSpPr>
        <p:spPr>
          <a:xfrm>
            <a:off x="2613240" y="5454979"/>
            <a:ext cx="119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Heaven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7" name="Google Shape;1026;p129">
            <a:extLst>
              <a:ext uri="{FF2B5EF4-FFF2-40B4-BE49-F238E27FC236}">
                <a16:creationId xmlns:a16="http://schemas.microsoft.com/office/drawing/2014/main" id="{74E9E391-4FA6-1310-CF6A-924A7D13982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607" y="3102977"/>
            <a:ext cx="377100" cy="3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027;p129">
            <a:extLst>
              <a:ext uri="{FF2B5EF4-FFF2-40B4-BE49-F238E27FC236}">
                <a16:creationId xmlns:a16="http://schemas.microsoft.com/office/drawing/2014/main" id="{168A1E3C-3973-9B25-C355-935B76C35C72}"/>
              </a:ext>
            </a:extLst>
          </p:cNvPr>
          <p:cNvSpPr txBox="1"/>
          <p:nvPr/>
        </p:nvSpPr>
        <p:spPr>
          <a:xfrm>
            <a:off x="800889" y="3429603"/>
            <a:ext cx="5528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4012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F9266C-809E-754B-ABFC-42A21D7FF5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033;p130">
            <a:extLst>
              <a:ext uri="{FF2B5EF4-FFF2-40B4-BE49-F238E27FC236}">
                <a16:creationId xmlns:a16="http://schemas.microsoft.com/office/drawing/2014/main" id="{FFA7AD73-5C3C-B224-52A7-FE3B222FB61D}"/>
              </a:ext>
            </a:extLst>
          </p:cNvPr>
          <p:cNvSpPr txBox="1"/>
          <p:nvPr/>
        </p:nvSpPr>
        <p:spPr>
          <a:xfrm>
            <a:off x="7523999" y="3564170"/>
            <a:ext cx="356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Now list ALL of the files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034;p130">
            <a:extLst>
              <a:ext uri="{FF2B5EF4-FFF2-40B4-BE49-F238E27FC236}">
                <a16:creationId xmlns:a16="http://schemas.microsoft.com/office/drawing/2014/main" id="{CD08D19F-6F98-2863-4E66-F25D77B31AE2}"/>
              </a:ext>
            </a:extLst>
          </p:cNvPr>
          <p:cNvSpPr txBox="1"/>
          <p:nvPr/>
        </p:nvSpPr>
        <p:spPr>
          <a:xfrm>
            <a:off x="8448027" y="4008110"/>
            <a:ext cx="1736800" cy="49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-a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035;p130" descr="Screen Shot 2017-05-16 at 10.52.31.png">
            <a:extLst>
              <a:ext uri="{FF2B5EF4-FFF2-40B4-BE49-F238E27FC236}">
                <a16:creationId xmlns:a16="http://schemas.microsoft.com/office/drawing/2014/main" id="{1958F7C6-CB74-D100-1722-DC423CE49A4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95579" y="4895145"/>
            <a:ext cx="4241700" cy="11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6;p130">
            <a:extLst>
              <a:ext uri="{FF2B5EF4-FFF2-40B4-BE49-F238E27FC236}">
                <a16:creationId xmlns:a16="http://schemas.microsoft.com/office/drawing/2014/main" id="{0B4F6168-808B-2E29-4ABF-C2E4E7754E3D}"/>
              </a:ext>
            </a:extLst>
          </p:cNvPr>
          <p:cNvSpPr/>
          <p:nvPr/>
        </p:nvSpPr>
        <p:spPr>
          <a:xfrm>
            <a:off x="4270524" y="5699628"/>
            <a:ext cx="324000" cy="1904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037;p130">
            <a:extLst>
              <a:ext uri="{FF2B5EF4-FFF2-40B4-BE49-F238E27FC236}">
                <a16:creationId xmlns:a16="http://schemas.microsoft.com/office/drawing/2014/main" id="{E1F2848E-B849-E756-1714-C42A1D2C6222}"/>
              </a:ext>
            </a:extLst>
          </p:cNvPr>
          <p:cNvSpPr/>
          <p:nvPr/>
        </p:nvSpPr>
        <p:spPr>
          <a:xfrm>
            <a:off x="3791857" y="5699628"/>
            <a:ext cx="324000" cy="1904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038;p130">
            <a:extLst>
              <a:ext uri="{FF2B5EF4-FFF2-40B4-BE49-F238E27FC236}">
                <a16:creationId xmlns:a16="http://schemas.microsoft.com/office/drawing/2014/main" id="{9A349F11-043B-A577-41DE-D92D01FE8BDE}"/>
              </a:ext>
            </a:extLst>
          </p:cNvPr>
          <p:cNvSpPr txBox="1"/>
          <p:nvPr/>
        </p:nvSpPr>
        <p:spPr>
          <a:xfrm>
            <a:off x="3820388" y="5452924"/>
            <a:ext cx="4016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039;p130">
            <a:extLst>
              <a:ext uri="{FF2B5EF4-FFF2-40B4-BE49-F238E27FC236}">
                <a16:creationId xmlns:a16="http://schemas.microsoft.com/office/drawing/2014/main" id="{4906F23E-E549-A273-7379-CF765F7B66E8}"/>
              </a:ext>
            </a:extLst>
          </p:cNvPr>
          <p:cNvSpPr txBox="1"/>
          <p:nvPr/>
        </p:nvSpPr>
        <p:spPr>
          <a:xfrm>
            <a:off x="4336388" y="5452824"/>
            <a:ext cx="3240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040;p130">
            <a:extLst>
              <a:ext uri="{FF2B5EF4-FFF2-40B4-BE49-F238E27FC236}">
                <a16:creationId xmlns:a16="http://schemas.microsoft.com/office/drawing/2014/main" id="{F0A0010A-74C7-F00D-C455-835FC162B88D}"/>
              </a:ext>
            </a:extLst>
          </p:cNvPr>
          <p:cNvCxnSpPr>
            <a:cxnSpLocks/>
          </p:cNvCxnSpPr>
          <p:nvPr/>
        </p:nvCxnSpPr>
        <p:spPr>
          <a:xfrm>
            <a:off x="2494847" y="4674212"/>
            <a:ext cx="1255607" cy="80518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1" name="Google Shape;1041;p130">
            <a:extLst>
              <a:ext uri="{FF2B5EF4-FFF2-40B4-BE49-F238E27FC236}">
                <a16:creationId xmlns:a16="http://schemas.microsoft.com/office/drawing/2014/main" id="{AF47AADD-EF8D-0F4C-727C-C3AD76955A37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518916" y="4516468"/>
            <a:ext cx="1817472" cy="105975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pic>
        <p:nvPicPr>
          <p:cNvPr id="12" name="Google Shape;1042;p130" descr="directory.png">
            <a:extLst>
              <a:ext uri="{FF2B5EF4-FFF2-40B4-BE49-F238E27FC236}">
                <a16:creationId xmlns:a16="http://schemas.microsoft.com/office/drawing/2014/main" id="{52608BD8-EF5D-9512-E522-B184704FCA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8836" y="1731236"/>
            <a:ext cx="854800" cy="8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43;p130" descr="directory.png">
            <a:extLst>
              <a:ext uri="{FF2B5EF4-FFF2-40B4-BE49-F238E27FC236}">
                <a16:creationId xmlns:a16="http://schemas.microsoft.com/office/drawing/2014/main" id="{B2456008-AD50-3027-E632-240BB468C4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2917" y="4127608"/>
            <a:ext cx="916000" cy="85479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44;p130">
            <a:extLst>
              <a:ext uri="{FF2B5EF4-FFF2-40B4-BE49-F238E27FC236}">
                <a16:creationId xmlns:a16="http://schemas.microsoft.com/office/drawing/2014/main" id="{DE437BAB-930B-908D-850C-05134EAAAAF4}"/>
              </a:ext>
            </a:extLst>
          </p:cNvPr>
          <p:cNvSpPr txBox="1"/>
          <p:nvPr/>
        </p:nvSpPr>
        <p:spPr>
          <a:xfrm>
            <a:off x="3304213" y="1944719"/>
            <a:ext cx="969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5" name="Google Shape;1045;p130">
            <a:extLst>
              <a:ext uri="{FF2B5EF4-FFF2-40B4-BE49-F238E27FC236}">
                <a16:creationId xmlns:a16="http://schemas.microsoft.com/office/drawing/2014/main" id="{C4DBE627-BA28-280B-5778-3D0D9EF36080}"/>
              </a:ext>
            </a:extLst>
          </p:cNvPr>
          <p:cNvCxnSpPr>
            <a:cxnSpLocks/>
          </p:cNvCxnSpPr>
          <p:nvPr/>
        </p:nvCxnSpPr>
        <p:spPr>
          <a:xfrm flipH="1">
            <a:off x="4115857" y="1208191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6" name="Google Shape;1046;p130" descr="directory.png">
            <a:extLst>
              <a:ext uri="{FF2B5EF4-FFF2-40B4-BE49-F238E27FC236}">
                <a16:creationId xmlns:a16="http://schemas.microsoft.com/office/drawing/2014/main" id="{F44A659F-BE53-7CD2-F938-1B3AB95984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6637" y="3001376"/>
            <a:ext cx="1042711" cy="97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047;p130" descr="directory.png">
            <a:extLst>
              <a:ext uri="{FF2B5EF4-FFF2-40B4-BE49-F238E27FC236}">
                <a16:creationId xmlns:a16="http://schemas.microsoft.com/office/drawing/2014/main" id="{D84CF0A6-1B2A-EDBB-ACAA-9E07A8A520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6471" y="3001376"/>
            <a:ext cx="916000" cy="9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048;p130" descr="directory.png">
            <a:extLst>
              <a:ext uri="{FF2B5EF4-FFF2-40B4-BE49-F238E27FC236}">
                <a16:creationId xmlns:a16="http://schemas.microsoft.com/office/drawing/2014/main" id="{E33CBAAD-033C-1A6F-59E8-E1FEA87CB1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5235" y="2848936"/>
            <a:ext cx="916000" cy="9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049;p130">
            <a:extLst>
              <a:ext uri="{FF2B5EF4-FFF2-40B4-BE49-F238E27FC236}">
                <a16:creationId xmlns:a16="http://schemas.microsoft.com/office/drawing/2014/main" id="{16D0397E-A96C-9346-7601-D0726111CB5E}"/>
              </a:ext>
            </a:extLst>
          </p:cNvPr>
          <p:cNvCxnSpPr>
            <a:cxnSpLocks/>
          </p:cNvCxnSpPr>
          <p:nvPr/>
        </p:nvCxnSpPr>
        <p:spPr>
          <a:xfrm>
            <a:off x="3791857" y="2493376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0" name="Google Shape;1050;p130">
            <a:extLst>
              <a:ext uri="{FF2B5EF4-FFF2-40B4-BE49-F238E27FC236}">
                <a16:creationId xmlns:a16="http://schemas.microsoft.com/office/drawing/2014/main" id="{2C8B9C3D-B70B-3BDF-34AA-5C64129A80ED}"/>
              </a:ext>
            </a:extLst>
          </p:cNvPr>
          <p:cNvSpPr txBox="1"/>
          <p:nvPr/>
        </p:nvSpPr>
        <p:spPr>
          <a:xfrm>
            <a:off x="1449732" y="3285839"/>
            <a:ext cx="1435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1" name="Google Shape;1051;p130">
            <a:extLst>
              <a:ext uri="{FF2B5EF4-FFF2-40B4-BE49-F238E27FC236}">
                <a16:creationId xmlns:a16="http://schemas.microsoft.com/office/drawing/2014/main" id="{7F8B90D6-5985-2C78-16B8-7017A33BBDB5}"/>
              </a:ext>
            </a:extLst>
          </p:cNvPr>
          <p:cNvSpPr txBox="1"/>
          <p:nvPr/>
        </p:nvSpPr>
        <p:spPr>
          <a:xfrm>
            <a:off x="3427825" y="3285839"/>
            <a:ext cx="112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2" name="Google Shape;1052;p130">
            <a:extLst>
              <a:ext uri="{FF2B5EF4-FFF2-40B4-BE49-F238E27FC236}">
                <a16:creationId xmlns:a16="http://schemas.microsoft.com/office/drawing/2014/main" id="{D32C391B-4650-5FFA-4493-D10CA0ED6595}"/>
              </a:ext>
            </a:extLst>
          </p:cNvPr>
          <p:cNvSpPr txBox="1"/>
          <p:nvPr/>
        </p:nvSpPr>
        <p:spPr>
          <a:xfrm>
            <a:off x="5454867" y="3092488"/>
            <a:ext cx="1158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3" name="Google Shape;1053;p130">
            <a:extLst>
              <a:ext uri="{FF2B5EF4-FFF2-40B4-BE49-F238E27FC236}">
                <a16:creationId xmlns:a16="http://schemas.microsoft.com/office/drawing/2014/main" id="{A2BD7B5A-5D19-B229-1833-D38BB5C68949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067993" y="2313919"/>
            <a:ext cx="1034432" cy="68745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4" name="Google Shape;1054;p130">
            <a:extLst>
              <a:ext uri="{FF2B5EF4-FFF2-40B4-BE49-F238E27FC236}">
                <a16:creationId xmlns:a16="http://schemas.microsoft.com/office/drawing/2014/main" id="{B66A1999-CCD8-C529-B4DF-E8112254BCD6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1950917" y="3860061"/>
            <a:ext cx="15510" cy="26754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5" name="Google Shape;1055;p130">
            <a:extLst>
              <a:ext uri="{FF2B5EF4-FFF2-40B4-BE49-F238E27FC236}">
                <a16:creationId xmlns:a16="http://schemas.microsoft.com/office/drawing/2014/main" id="{6D4A31D0-76FA-B558-D8C0-4E6B436BBDE7}"/>
              </a:ext>
            </a:extLst>
          </p:cNvPr>
          <p:cNvSpPr txBox="1"/>
          <p:nvPr/>
        </p:nvSpPr>
        <p:spPr>
          <a:xfrm>
            <a:off x="1597299" y="4351582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6" name="Google Shape;1056;p130">
            <a:extLst>
              <a:ext uri="{FF2B5EF4-FFF2-40B4-BE49-F238E27FC236}">
                <a16:creationId xmlns:a16="http://schemas.microsoft.com/office/drawing/2014/main" id="{2C154A2E-D714-4D3E-8B62-859DAFB14FEA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1077284" y="4889414"/>
            <a:ext cx="362462" cy="56556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7" name="Google Shape;1057;p130">
            <a:extLst>
              <a:ext uri="{FF2B5EF4-FFF2-40B4-BE49-F238E27FC236}">
                <a16:creationId xmlns:a16="http://schemas.microsoft.com/office/drawing/2014/main" id="{59E1D8E9-3238-E8C7-2B85-48E90C48F064}"/>
              </a:ext>
            </a:extLst>
          </p:cNvPr>
          <p:cNvCxnSpPr>
            <a:cxnSpLocks/>
          </p:cNvCxnSpPr>
          <p:nvPr/>
        </p:nvCxnSpPr>
        <p:spPr>
          <a:xfrm>
            <a:off x="4322825" y="2313919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8" name="Google Shape;1058;p130">
            <a:extLst>
              <a:ext uri="{FF2B5EF4-FFF2-40B4-BE49-F238E27FC236}">
                <a16:creationId xmlns:a16="http://schemas.microsoft.com/office/drawing/2014/main" id="{65D52FF4-6A3C-2596-ED9A-96C27E1DE781}"/>
              </a:ext>
            </a:extLst>
          </p:cNvPr>
          <p:cNvCxnSpPr>
            <a:cxnSpLocks/>
          </p:cNvCxnSpPr>
          <p:nvPr/>
        </p:nvCxnSpPr>
        <p:spPr>
          <a:xfrm flipH="1">
            <a:off x="1902052" y="4876659"/>
            <a:ext cx="64375" cy="57616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9" name="Google Shape;1059;p130">
            <a:extLst>
              <a:ext uri="{FF2B5EF4-FFF2-40B4-BE49-F238E27FC236}">
                <a16:creationId xmlns:a16="http://schemas.microsoft.com/office/drawing/2014/main" id="{F166AB9A-7ABA-5029-276B-1BD5D7C1131D}"/>
              </a:ext>
            </a:extLst>
          </p:cNvPr>
          <p:cNvCxnSpPr>
            <a:cxnSpLocks/>
          </p:cNvCxnSpPr>
          <p:nvPr/>
        </p:nvCxnSpPr>
        <p:spPr>
          <a:xfrm>
            <a:off x="2387517" y="4853324"/>
            <a:ext cx="554267" cy="60165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0" name="Google Shape;1060;p130">
            <a:extLst>
              <a:ext uri="{FF2B5EF4-FFF2-40B4-BE49-F238E27FC236}">
                <a16:creationId xmlns:a16="http://schemas.microsoft.com/office/drawing/2014/main" id="{E4A79FBC-1688-C61E-66B9-791DA323D6A3}"/>
              </a:ext>
            </a:extLst>
          </p:cNvPr>
          <p:cNvSpPr txBox="1"/>
          <p:nvPr/>
        </p:nvSpPr>
        <p:spPr>
          <a:xfrm>
            <a:off x="694284" y="5454979"/>
            <a:ext cx="76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rags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061;p130">
            <a:extLst>
              <a:ext uri="{FF2B5EF4-FFF2-40B4-BE49-F238E27FC236}">
                <a16:creationId xmlns:a16="http://schemas.microsoft.com/office/drawing/2014/main" id="{5672E278-035D-CBCF-6188-6B4D7BCAB97F}"/>
              </a:ext>
            </a:extLst>
          </p:cNvPr>
          <p:cNvSpPr txBox="1"/>
          <p:nvPr/>
        </p:nvSpPr>
        <p:spPr>
          <a:xfrm>
            <a:off x="1578847" y="5454979"/>
            <a:ext cx="91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Earth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1062;p130">
            <a:extLst>
              <a:ext uri="{FF2B5EF4-FFF2-40B4-BE49-F238E27FC236}">
                <a16:creationId xmlns:a16="http://schemas.microsoft.com/office/drawing/2014/main" id="{39FD6757-06FB-EA64-C25B-D25431B9BD35}"/>
              </a:ext>
            </a:extLst>
          </p:cNvPr>
          <p:cNvSpPr txBox="1"/>
          <p:nvPr/>
        </p:nvSpPr>
        <p:spPr>
          <a:xfrm>
            <a:off x="2613240" y="5454979"/>
            <a:ext cx="119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Heaven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1063;p130">
            <a:extLst>
              <a:ext uri="{FF2B5EF4-FFF2-40B4-BE49-F238E27FC236}">
                <a16:creationId xmlns:a16="http://schemas.microsoft.com/office/drawing/2014/main" id="{CFE527E8-F6A9-DA74-9E0A-359AE5B316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607" y="3102977"/>
            <a:ext cx="377100" cy="3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064;p130">
            <a:extLst>
              <a:ext uri="{FF2B5EF4-FFF2-40B4-BE49-F238E27FC236}">
                <a16:creationId xmlns:a16="http://schemas.microsoft.com/office/drawing/2014/main" id="{3CD08095-87C0-4061-F0C1-D2FDF2C8F812}"/>
              </a:ext>
            </a:extLst>
          </p:cNvPr>
          <p:cNvSpPr txBox="1"/>
          <p:nvPr/>
        </p:nvSpPr>
        <p:spPr>
          <a:xfrm>
            <a:off x="800889" y="3429603"/>
            <a:ext cx="5528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6640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ED3DF4-6B31-9DD6-28CD-7F9596D033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069;p131">
            <a:extLst>
              <a:ext uri="{FF2B5EF4-FFF2-40B4-BE49-F238E27FC236}">
                <a16:creationId xmlns:a16="http://schemas.microsoft.com/office/drawing/2014/main" id="{07DF4FF3-AE62-27B5-8BF7-7ADE19198F17}"/>
              </a:ext>
            </a:extLst>
          </p:cNvPr>
          <p:cNvSpPr/>
          <p:nvPr/>
        </p:nvSpPr>
        <p:spPr>
          <a:xfrm>
            <a:off x="5538167" y="4844387"/>
            <a:ext cx="4834000" cy="3692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Google Shape;1071;p131">
            <a:extLst>
              <a:ext uri="{FF2B5EF4-FFF2-40B4-BE49-F238E27FC236}">
                <a16:creationId xmlns:a16="http://schemas.microsoft.com/office/drawing/2014/main" id="{38533D62-50A3-4120-F46D-A2884B4B94FF}"/>
              </a:ext>
            </a:extLst>
          </p:cNvPr>
          <p:cNvSpPr txBox="1"/>
          <p:nvPr/>
        </p:nvSpPr>
        <p:spPr>
          <a:xfrm>
            <a:off x="5782848" y="4382064"/>
            <a:ext cx="5924000" cy="9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These special files are in every directory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.. Points to one directory above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 Points to the current directory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" name="Google Shape;1072;p131">
            <a:extLst>
              <a:ext uri="{FF2B5EF4-FFF2-40B4-BE49-F238E27FC236}">
                <a16:creationId xmlns:a16="http://schemas.microsoft.com/office/drawing/2014/main" id="{32276BCF-645C-D2FB-4609-4053D7057435}"/>
              </a:ext>
            </a:extLst>
          </p:cNvPr>
          <p:cNvCxnSpPr/>
          <p:nvPr/>
        </p:nvCxnSpPr>
        <p:spPr>
          <a:xfrm rot="10800000" flipH="1">
            <a:off x="1654921" y="3835266"/>
            <a:ext cx="222400" cy="701200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" name="Google Shape;1073;p131">
            <a:extLst>
              <a:ext uri="{FF2B5EF4-FFF2-40B4-BE49-F238E27FC236}">
                <a16:creationId xmlns:a16="http://schemas.microsoft.com/office/drawing/2014/main" id="{4D221EF0-10AC-775B-BB6D-50F318523595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3654255" y="2560102"/>
            <a:ext cx="25322" cy="503492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7" name="Google Shape;1074;p131">
            <a:extLst>
              <a:ext uri="{FF2B5EF4-FFF2-40B4-BE49-F238E27FC236}">
                <a16:creationId xmlns:a16="http://schemas.microsoft.com/office/drawing/2014/main" id="{AE89F56B-8195-1890-FC00-BB5527C0271E}"/>
              </a:ext>
            </a:extLst>
          </p:cNvPr>
          <p:cNvCxnSpPr/>
          <p:nvPr/>
        </p:nvCxnSpPr>
        <p:spPr>
          <a:xfrm rot="10800000">
            <a:off x="4393855" y="2609202"/>
            <a:ext cx="944800" cy="701200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8" name="Google Shape;1075;p131">
            <a:extLst>
              <a:ext uri="{FF2B5EF4-FFF2-40B4-BE49-F238E27FC236}">
                <a16:creationId xmlns:a16="http://schemas.microsoft.com/office/drawing/2014/main" id="{D7423A6B-5E7A-7FB7-A83C-FCD3924B9925}"/>
              </a:ext>
            </a:extLst>
          </p:cNvPr>
          <p:cNvCxnSpPr>
            <a:cxnSpLocks/>
          </p:cNvCxnSpPr>
          <p:nvPr/>
        </p:nvCxnSpPr>
        <p:spPr>
          <a:xfrm flipV="1">
            <a:off x="3904471" y="1207107"/>
            <a:ext cx="1666384" cy="659811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pic>
        <p:nvPicPr>
          <p:cNvPr id="9" name="Google Shape;1076;p131" descr="directory.png">
            <a:extLst>
              <a:ext uri="{FF2B5EF4-FFF2-40B4-BE49-F238E27FC236}">
                <a16:creationId xmlns:a16="http://schemas.microsoft.com/office/drawing/2014/main" id="{BFC33A99-41DF-E7A7-84C0-B8EB433FDAE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8836" y="1842072"/>
            <a:ext cx="854800" cy="8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77;p131" descr="directory.png">
            <a:extLst>
              <a:ext uri="{FF2B5EF4-FFF2-40B4-BE49-F238E27FC236}">
                <a16:creationId xmlns:a16="http://schemas.microsoft.com/office/drawing/2014/main" id="{E799DF77-33EF-71FD-A1DB-50842063AD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2917" y="4238444"/>
            <a:ext cx="916000" cy="854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078;p131">
            <a:extLst>
              <a:ext uri="{FF2B5EF4-FFF2-40B4-BE49-F238E27FC236}">
                <a16:creationId xmlns:a16="http://schemas.microsoft.com/office/drawing/2014/main" id="{EB67CE95-B958-B0F9-79CE-D7896A5DF1F0}"/>
              </a:ext>
            </a:extLst>
          </p:cNvPr>
          <p:cNvSpPr txBox="1"/>
          <p:nvPr/>
        </p:nvSpPr>
        <p:spPr>
          <a:xfrm>
            <a:off x="3304213" y="2055555"/>
            <a:ext cx="969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2" name="Google Shape;1079;p131">
            <a:extLst>
              <a:ext uri="{FF2B5EF4-FFF2-40B4-BE49-F238E27FC236}">
                <a16:creationId xmlns:a16="http://schemas.microsoft.com/office/drawing/2014/main" id="{3A4F3E1E-F70F-2629-72DF-522EA1AB75B8}"/>
              </a:ext>
            </a:extLst>
          </p:cNvPr>
          <p:cNvCxnSpPr/>
          <p:nvPr/>
        </p:nvCxnSpPr>
        <p:spPr>
          <a:xfrm flipH="1">
            <a:off x="4211558" y="1402784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3" name="Google Shape;1080;p131" descr="directory.png">
            <a:extLst>
              <a:ext uri="{FF2B5EF4-FFF2-40B4-BE49-F238E27FC236}">
                <a16:creationId xmlns:a16="http://schemas.microsoft.com/office/drawing/2014/main" id="{8A28A30D-6FD5-26BD-B795-A4A5EB1CCF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6637" y="3112212"/>
            <a:ext cx="1042711" cy="97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81;p131" descr="directory.png">
            <a:extLst>
              <a:ext uri="{FF2B5EF4-FFF2-40B4-BE49-F238E27FC236}">
                <a16:creationId xmlns:a16="http://schemas.microsoft.com/office/drawing/2014/main" id="{5114C73B-CF87-E55D-A76B-76491BA4D37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46471" y="3112212"/>
            <a:ext cx="916000" cy="9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82;p131" descr="directory.png">
            <a:extLst>
              <a:ext uri="{FF2B5EF4-FFF2-40B4-BE49-F238E27FC236}">
                <a16:creationId xmlns:a16="http://schemas.microsoft.com/office/drawing/2014/main" id="{15FDC4BC-4624-ED4D-589E-743FD574F8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70063" y="3112212"/>
            <a:ext cx="916000" cy="9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083;p131">
            <a:extLst>
              <a:ext uri="{FF2B5EF4-FFF2-40B4-BE49-F238E27FC236}">
                <a16:creationId xmlns:a16="http://schemas.microsoft.com/office/drawing/2014/main" id="{1C4D7895-D0B9-37CB-90D6-8169C47C14B8}"/>
              </a:ext>
            </a:extLst>
          </p:cNvPr>
          <p:cNvCxnSpPr/>
          <p:nvPr/>
        </p:nvCxnSpPr>
        <p:spPr>
          <a:xfrm>
            <a:off x="3893493" y="2609202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17" name="Google Shape;1084;p131">
            <a:extLst>
              <a:ext uri="{FF2B5EF4-FFF2-40B4-BE49-F238E27FC236}">
                <a16:creationId xmlns:a16="http://schemas.microsoft.com/office/drawing/2014/main" id="{793BA0A2-EEBC-B5F6-D6D1-E2DB28938FE6}"/>
              </a:ext>
            </a:extLst>
          </p:cNvPr>
          <p:cNvSpPr txBox="1"/>
          <p:nvPr/>
        </p:nvSpPr>
        <p:spPr>
          <a:xfrm>
            <a:off x="1449732" y="3396675"/>
            <a:ext cx="1435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" name="Google Shape;1085;p131">
            <a:extLst>
              <a:ext uri="{FF2B5EF4-FFF2-40B4-BE49-F238E27FC236}">
                <a16:creationId xmlns:a16="http://schemas.microsoft.com/office/drawing/2014/main" id="{3FC61961-24E3-6119-9A15-5F3809A04E22}"/>
              </a:ext>
            </a:extLst>
          </p:cNvPr>
          <p:cNvSpPr txBox="1"/>
          <p:nvPr/>
        </p:nvSpPr>
        <p:spPr>
          <a:xfrm>
            <a:off x="3427825" y="3396675"/>
            <a:ext cx="112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9" name="Google Shape;1086;p131">
            <a:extLst>
              <a:ext uri="{FF2B5EF4-FFF2-40B4-BE49-F238E27FC236}">
                <a16:creationId xmlns:a16="http://schemas.microsoft.com/office/drawing/2014/main" id="{D212D1CF-4AC2-6CC5-C06D-AEFA79EB72DF}"/>
              </a:ext>
            </a:extLst>
          </p:cNvPr>
          <p:cNvSpPr txBox="1"/>
          <p:nvPr/>
        </p:nvSpPr>
        <p:spPr>
          <a:xfrm>
            <a:off x="5343447" y="3396675"/>
            <a:ext cx="1158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0" name="Google Shape;1087;p131">
            <a:extLst>
              <a:ext uri="{FF2B5EF4-FFF2-40B4-BE49-F238E27FC236}">
                <a16:creationId xmlns:a16="http://schemas.microsoft.com/office/drawing/2014/main" id="{01F28E18-28FD-BCE7-9A6A-BB87FCCC7283}"/>
              </a:ext>
            </a:extLst>
          </p:cNvPr>
          <p:cNvCxnSpPr>
            <a:cxnSpLocks/>
          </p:cNvCxnSpPr>
          <p:nvPr/>
        </p:nvCxnSpPr>
        <p:spPr>
          <a:xfrm flipH="1">
            <a:off x="2067993" y="2569198"/>
            <a:ext cx="1186251" cy="58800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1" name="Google Shape;1088;p131">
            <a:extLst>
              <a:ext uri="{FF2B5EF4-FFF2-40B4-BE49-F238E27FC236}">
                <a16:creationId xmlns:a16="http://schemas.microsoft.com/office/drawing/2014/main" id="{448B1874-23AD-19F5-AB0D-BF5BEB2ACD87}"/>
              </a:ext>
            </a:extLst>
          </p:cNvPr>
          <p:cNvCxnSpPr>
            <a:cxnSpLocks/>
          </p:cNvCxnSpPr>
          <p:nvPr/>
        </p:nvCxnSpPr>
        <p:spPr>
          <a:xfrm flipH="1">
            <a:off x="2014093" y="3876010"/>
            <a:ext cx="539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2" name="Google Shape;1089;p131">
            <a:extLst>
              <a:ext uri="{FF2B5EF4-FFF2-40B4-BE49-F238E27FC236}">
                <a16:creationId xmlns:a16="http://schemas.microsoft.com/office/drawing/2014/main" id="{0BBBDC92-C76D-FF48-E9CA-222EB9E9D497}"/>
              </a:ext>
            </a:extLst>
          </p:cNvPr>
          <p:cNvSpPr txBox="1"/>
          <p:nvPr/>
        </p:nvSpPr>
        <p:spPr>
          <a:xfrm>
            <a:off x="1597299" y="4462418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3" name="Google Shape;1090;p131">
            <a:extLst>
              <a:ext uri="{FF2B5EF4-FFF2-40B4-BE49-F238E27FC236}">
                <a16:creationId xmlns:a16="http://schemas.microsoft.com/office/drawing/2014/main" id="{FE38B99A-4287-D4A4-C3B1-A7DF3BD4E0EE}"/>
              </a:ext>
            </a:extLst>
          </p:cNvPr>
          <p:cNvCxnSpPr/>
          <p:nvPr/>
        </p:nvCxnSpPr>
        <p:spPr>
          <a:xfrm flipH="1">
            <a:off x="1167960" y="5000250"/>
            <a:ext cx="265600" cy="4952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4" name="Google Shape;1091;p131">
            <a:extLst>
              <a:ext uri="{FF2B5EF4-FFF2-40B4-BE49-F238E27FC236}">
                <a16:creationId xmlns:a16="http://schemas.microsoft.com/office/drawing/2014/main" id="{64B903E3-8789-97F2-E832-2D497C78DCF3}"/>
              </a:ext>
            </a:extLst>
          </p:cNvPr>
          <p:cNvCxnSpPr/>
          <p:nvPr/>
        </p:nvCxnSpPr>
        <p:spPr>
          <a:xfrm>
            <a:off x="4503632" y="2427286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5" name="Google Shape;1092;p131">
            <a:extLst>
              <a:ext uri="{FF2B5EF4-FFF2-40B4-BE49-F238E27FC236}">
                <a16:creationId xmlns:a16="http://schemas.microsoft.com/office/drawing/2014/main" id="{F24E4ED5-E33F-3D96-7256-4C8E3743165F}"/>
              </a:ext>
            </a:extLst>
          </p:cNvPr>
          <p:cNvCxnSpPr/>
          <p:nvPr/>
        </p:nvCxnSpPr>
        <p:spPr>
          <a:xfrm>
            <a:off x="1904112" y="5051664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6" name="Google Shape;1093;p131">
            <a:extLst>
              <a:ext uri="{FF2B5EF4-FFF2-40B4-BE49-F238E27FC236}">
                <a16:creationId xmlns:a16="http://schemas.microsoft.com/office/drawing/2014/main" id="{BA0FD1A8-E9B5-6933-9B22-2D1480DEEBCE}"/>
              </a:ext>
            </a:extLst>
          </p:cNvPr>
          <p:cNvCxnSpPr/>
          <p:nvPr/>
        </p:nvCxnSpPr>
        <p:spPr>
          <a:xfrm>
            <a:off x="2327075" y="4992926"/>
            <a:ext cx="358000" cy="5088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7" name="Google Shape;1094;p131">
            <a:extLst>
              <a:ext uri="{FF2B5EF4-FFF2-40B4-BE49-F238E27FC236}">
                <a16:creationId xmlns:a16="http://schemas.microsoft.com/office/drawing/2014/main" id="{CFAB115F-38C6-5053-0196-6BCC62146AAE}"/>
              </a:ext>
            </a:extLst>
          </p:cNvPr>
          <p:cNvSpPr txBox="1"/>
          <p:nvPr/>
        </p:nvSpPr>
        <p:spPr>
          <a:xfrm>
            <a:off x="694284" y="5565815"/>
            <a:ext cx="76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rags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8" name="Google Shape;1095;p131">
            <a:extLst>
              <a:ext uri="{FF2B5EF4-FFF2-40B4-BE49-F238E27FC236}">
                <a16:creationId xmlns:a16="http://schemas.microsoft.com/office/drawing/2014/main" id="{9CD0BDC7-F25C-4682-0003-775FB3559000}"/>
              </a:ext>
            </a:extLst>
          </p:cNvPr>
          <p:cNvSpPr txBox="1"/>
          <p:nvPr/>
        </p:nvSpPr>
        <p:spPr>
          <a:xfrm>
            <a:off x="1578847" y="5565815"/>
            <a:ext cx="91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Earth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9" name="Google Shape;1096;p131">
            <a:extLst>
              <a:ext uri="{FF2B5EF4-FFF2-40B4-BE49-F238E27FC236}">
                <a16:creationId xmlns:a16="http://schemas.microsoft.com/office/drawing/2014/main" id="{0DF4C119-B5A4-4AE4-6D5A-970965CC0B22}"/>
              </a:ext>
            </a:extLst>
          </p:cNvPr>
          <p:cNvSpPr txBox="1"/>
          <p:nvPr/>
        </p:nvSpPr>
        <p:spPr>
          <a:xfrm>
            <a:off x="2456233" y="5559664"/>
            <a:ext cx="119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Heaven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30" name="Google Shape;1097;p131">
            <a:extLst>
              <a:ext uri="{FF2B5EF4-FFF2-40B4-BE49-F238E27FC236}">
                <a16:creationId xmlns:a16="http://schemas.microsoft.com/office/drawing/2014/main" id="{85A7AD36-83E6-9487-C4A2-8876609169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607" y="3213813"/>
            <a:ext cx="377100" cy="3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098;p131">
            <a:extLst>
              <a:ext uri="{FF2B5EF4-FFF2-40B4-BE49-F238E27FC236}">
                <a16:creationId xmlns:a16="http://schemas.microsoft.com/office/drawing/2014/main" id="{D8F2D735-8B2F-5314-C183-6E064E68A014}"/>
              </a:ext>
            </a:extLst>
          </p:cNvPr>
          <p:cNvSpPr txBox="1"/>
          <p:nvPr/>
        </p:nvSpPr>
        <p:spPr>
          <a:xfrm>
            <a:off x="800889" y="3540439"/>
            <a:ext cx="5528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1099;p131">
            <a:extLst>
              <a:ext uri="{FF2B5EF4-FFF2-40B4-BE49-F238E27FC236}">
                <a16:creationId xmlns:a16="http://schemas.microsoft.com/office/drawing/2014/main" id="{4FB7D197-F41B-0D06-2166-4EC1E3B8E930}"/>
              </a:ext>
            </a:extLst>
          </p:cNvPr>
          <p:cNvCxnSpPr>
            <a:cxnSpLocks/>
            <a:stCxn id="36" idx="1"/>
          </p:cNvCxnSpPr>
          <p:nvPr/>
        </p:nvCxnSpPr>
        <p:spPr>
          <a:xfrm flipV="1">
            <a:off x="1565321" y="2353545"/>
            <a:ext cx="1523508" cy="784349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3" name="Google Shape;1100;p131">
            <a:extLst>
              <a:ext uri="{FF2B5EF4-FFF2-40B4-BE49-F238E27FC236}">
                <a16:creationId xmlns:a16="http://schemas.microsoft.com/office/drawing/2014/main" id="{D9D6B401-360F-75B3-F4DB-146F20EE6AD4}"/>
              </a:ext>
            </a:extLst>
          </p:cNvPr>
          <p:cNvSpPr txBox="1"/>
          <p:nvPr/>
        </p:nvSpPr>
        <p:spPr>
          <a:xfrm>
            <a:off x="3304188" y="1707127"/>
            <a:ext cx="4016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01;p131">
            <a:extLst>
              <a:ext uri="{FF2B5EF4-FFF2-40B4-BE49-F238E27FC236}">
                <a16:creationId xmlns:a16="http://schemas.microsoft.com/office/drawing/2014/main" id="{0A103F27-D6B7-17B9-C030-BD8487D6F81D}"/>
              </a:ext>
            </a:extLst>
          </p:cNvPr>
          <p:cNvSpPr txBox="1"/>
          <p:nvPr/>
        </p:nvSpPr>
        <p:spPr>
          <a:xfrm>
            <a:off x="5370055" y="3010594"/>
            <a:ext cx="4016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02;p131">
            <a:extLst>
              <a:ext uri="{FF2B5EF4-FFF2-40B4-BE49-F238E27FC236}">
                <a16:creationId xmlns:a16="http://schemas.microsoft.com/office/drawing/2014/main" id="{D46A7754-A3C5-4BD7-2015-45B5B9581BCB}"/>
              </a:ext>
            </a:extLst>
          </p:cNvPr>
          <p:cNvSpPr txBox="1"/>
          <p:nvPr/>
        </p:nvSpPr>
        <p:spPr>
          <a:xfrm>
            <a:off x="3453455" y="3063594"/>
            <a:ext cx="4016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1103;p131">
            <a:extLst>
              <a:ext uri="{FF2B5EF4-FFF2-40B4-BE49-F238E27FC236}">
                <a16:creationId xmlns:a16="http://schemas.microsoft.com/office/drawing/2014/main" id="{B2AD5E3F-6170-5303-CE7C-7C90ABD79F7C}"/>
              </a:ext>
            </a:extLst>
          </p:cNvPr>
          <p:cNvSpPr txBox="1"/>
          <p:nvPr/>
        </p:nvSpPr>
        <p:spPr>
          <a:xfrm>
            <a:off x="1565321" y="3014494"/>
            <a:ext cx="4016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1104;p131">
            <a:extLst>
              <a:ext uri="{FF2B5EF4-FFF2-40B4-BE49-F238E27FC236}">
                <a16:creationId xmlns:a16="http://schemas.microsoft.com/office/drawing/2014/main" id="{753BA525-5B4B-F036-0579-F588CD0A8E21}"/>
              </a:ext>
            </a:extLst>
          </p:cNvPr>
          <p:cNvSpPr txBox="1"/>
          <p:nvPr/>
        </p:nvSpPr>
        <p:spPr>
          <a:xfrm>
            <a:off x="1492921" y="4153376"/>
            <a:ext cx="4016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1338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F031C1-BD32-6F91-D076-D8D3E7046D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109;p132">
            <a:extLst>
              <a:ext uri="{FF2B5EF4-FFF2-40B4-BE49-F238E27FC236}">
                <a16:creationId xmlns:a16="http://schemas.microsoft.com/office/drawing/2014/main" id="{83EA900A-7DD3-FAEB-E69A-225E1060B522}"/>
              </a:ext>
            </a:extLst>
          </p:cNvPr>
          <p:cNvSpPr/>
          <p:nvPr/>
        </p:nvSpPr>
        <p:spPr>
          <a:xfrm>
            <a:off x="5583000" y="5629227"/>
            <a:ext cx="4804000" cy="3692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11;p132">
            <a:extLst>
              <a:ext uri="{FF2B5EF4-FFF2-40B4-BE49-F238E27FC236}">
                <a16:creationId xmlns:a16="http://schemas.microsoft.com/office/drawing/2014/main" id="{8590F82A-68EF-9F2D-AD30-71DD25BD057A}"/>
              </a:ext>
            </a:extLst>
          </p:cNvPr>
          <p:cNvSpPr txBox="1"/>
          <p:nvPr/>
        </p:nvSpPr>
        <p:spPr>
          <a:xfrm>
            <a:off x="5583000" y="4809345"/>
            <a:ext cx="5283004" cy="135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These special files are in every directory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.. Points to one directory above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 Points to the current directory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5" name="Google Shape;1112;p132" descr="directory.png">
            <a:extLst>
              <a:ext uri="{FF2B5EF4-FFF2-40B4-BE49-F238E27FC236}">
                <a16:creationId xmlns:a16="http://schemas.microsoft.com/office/drawing/2014/main" id="{F091175D-36CC-DB51-0C9D-F869FC9274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8836" y="1745091"/>
            <a:ext cx="854800" cy="8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13;p132" descr="directory.png">
            <a:extLst>
              <a:ext uri="{FF2B5EF4-FFF2-40B4-BE49-F238E27FC236}">
                <a16:creationId xmlns:a16="http://schemas.microsoft.com/office/drawing/2014/main" id="{6E199F21-DB05-16D4-93DA-4FB8862569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2917" y="4141463"/>
            <a:ext cx="916000" cy="85479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14;p132">
            <a:extLst>
              <a:ext uri="{FF2B5EF4-FFF2-40B4-BE49-F238E27FC236}">
                <a16:creationId xmlns:a16="http://schemas.microsoft.com/office/drawing/2014/main" id="{D6CEBF61-21F2-92EA-3E50-A9A9B7B6E006}"/>
              </a:ext>
            </a:extLst>
          </p:cNvPr>
          <p:cNvSpPr txBox="1"/>
          <p:nvPr/>
        </p:nvSpPr>
        <p:spPr>
          <a:xfrm>
            <a:off x="3304213" y="1958574"/>
            <a:ext cx="969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8" name="Google Shape;1115;p132">
            <a:extLst>
              <a:ext uri="{FF2B5EF4-FFF2-40B4-BE49-F238E27FC236}">
                <a16:creationId xmlns:a16="http://schemas.microsoft.com/office/drawing/2014/main" id="{1AD6A796-A597-ED40-D48E-36DEA04BC791}"/>
              </a:ext>
            </a:extLst>
          </p:cNvPr>
          <p:cNvCxnSpPr/>
          <p:nvPr/>
        </p:nvCxnSpPr>
        <p:spPr>
          <a:xfrm flipH="1">
            <a:off x="4516667" y="1277854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9" name="Google Shape;1116;p132" descr="directory.png">
            <a:extLst>
              <a:ext uri="{FF2B5EF4-FFF2-40B4-BE49-F238E27FC236}">
                <a16:creationId xmlns:a16="http://schemas.microsoft.com/office/drawing/2014/main" id="{948CA015-0DD4-ADEB-98D3-FDD255A390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6637" y="3015231"/>
            <a:ext cx="1042711" cy="97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117;p132" descr="directory.png">
            <a:extLst>
              <a:ext uri="{FF2B5EF4-FFF2-40B4-BE49-F238E27FC236}">
                <a16:creationId xmlns:a16="http://schemas.microsoft.com/office/drawing/2014/main" id="{E7A400E1-77C7-A1A1-256E-AC74DEDFB3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46471" y="3015231"/>
            <a:ext cx="916000" cy="9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18;p132" descr="directory.png">
            <a:extLst>
              <a:ext uri="{FF2B5EF4-FFF2-40B4-BE49-F238E27FC236}">
                <a16:creationId xmlns:a16="http://schemas.microsoft.com/office/drawing/2014/main" id="{7032B085-2E48-A92B-A7AC-6DB24523F66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70063" y="3015231"/>
            <a:ext cx="916000" cy="9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oogle Shape;1119;p132">
            <a:extLst>
              <a:ext uri="{FF2B5EF4-FFF2-40B4-BE49-F238E27FC236}">
                <a16:creationId xmlns:a16="http://schemas.microsoft.com/office/drawing/2014/main" id="{5733B727-F431-CE72-E02F-C359BD534655}"/>
              </a:ext>
            </a:extLst>
          </p:cNvPr>
          <p:cNvCxnSpPr/>
          <p:nvPr/>
        </p:nvCxnSpPr>
        <p:spPr>
          <a:xfrm>
            <a:off x="3893493" y="2608814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13" name="Google Shape;1120;p132">
            <a:extLst>
              <a:ext uri="{FF2B5EF4-FFF2-40B4-BE49-F238E27FC236}">
                <a16:creationId xmlns:a16="http://schemas.microsoft.com/office/drawing/2014/main" id="{F8750B90-39A2-1A37-F0BA-EB7175479CF8}"/>
              </a:ext>
            </a:extLst>
          </p:cNvPr>
          <p:cNvSpPr txBox="1"/>
          <p:nvPr/>
        </p:nvSpPr>
        <p:spPr>
          <a:xfrm>
            <a:off x="1449732" y="3299694"/>
            <a:ext cx="1435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" name="Google Shape;1121;p132">
            <a:extLst>
              <a:ext uri="{FF2B5EF4-FFF2-40B4-BE49-F238E27FC236}">
                <a16:creationId xmlns:a16="http://schemas.microsoft.com/office/drawing/2014/main" id="{B37ECA9F-5A69-65CA-559E-4B5B5411DBC6}"/>
              </a:ext>
            </a:extLst>
          </p:cNvPr>
          <p:cNvSpPr txBox="1"/>
          <p:nvPr/>
        </p:nvSpPr>
        <p:spPr>
          <a:xfrm>
            <a:off x="3427825" y="3299694"/>
            <a:ext cx="112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" name="Google Shape;1122;p132">
            <a:extLst>
              <a:ext uri="{FF2B5EF4-FFF2-40B4-BE49-F238E27FC236}">
                <a16:creationId xmlns:a16="http://schemas.microsoft.com/office/drawing/2014/main" id="{36770FC1-D351-1797-E348-B450C0D3684F}"/>
              </a:ext>
            </a:extLst>
          </p:cNvPr>
          <p:cNvSpPr txBox="1"/>
          <p:nvPr/>
        </p:nvSpPr>
        <p:spPr>
          <a:xfrm>
            <a:off x="5343447" y="3299694"/>
            <a:ext cx="1158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16" name="Google Shape;1123;p132">
            <a:extLst>
              <a:ext uri="{FF2B5EF4-FFF2-40B4-BE49-F238E27FC236}">
                <a16:creationId xmlns:a16="http://schemas.microsoft.com/office/drawing/2014/main" id="{0A7E8BAE-60A7-A2A7-AEC8-3FFF901B01B0}"/>
              </a:ext>
            </a:extLst>
          </p:cNvPr>
          <p:cNvCxnSpPr/>
          <p:nvPr/>
        </p:nvCxnSpPr>
        <p:spPr>
          <a:xfrm flipH="1">
            <a:off x="1726053" y="2537694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17" name="Google Shape;1124;p132">
            <a:extLst>
              <a:ext uri="{FF2B5EF4-FFF2-40B4-BE49-F238E27FC236}">
                <a16:creationId xmlns:a16="http://schemas.microsoft.com/office/drawing/2014/main" id="{27B286E9-CF3B-6ECB-D40D-2985A1B01A39}"/>
              </a:ext>
            </a:extLst>
          </p:cNvPr>
          <p:cNvCxnSpPr/>
          <p:nvPr/>
        </p:nvCxnSpPr>
        <p:spPr>
          <a:xfrm>
            <a:off x="2014093" y="3779029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18" name="Google Shape;1125;p132">
            <a:extLst>
              <a:ext uri="{FF2B5EF4-FFF2-40B4-BE49-F238E27FC236}">
                <a16:creationId xmlns:a16="http://schemas.microsoft.com/office/drawing/2014/main" id="{DDC3457B-4F6E-040F-E90B-E5552609C919}"/>
              </a:ext>
            </a:extLst>
          </p:cNvPr>
          <p:cNvSpPr txBox="1"/>
          <p:nvPr/>
        </p:nvSpPr>
        <p:spPr>
          <a:xfrm>
            <a:off x="1597299" y="4365437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9" name="Google Shape;1126;p132">
            <a:extLst>
              <a:ext uri="{FF2B5EF4-FFF2-40B4-BE49-F238E27FC236}">
                <a16:creationId xmlns:a16="http://schemas.microsoft.com/office/drawing/2014/main" id="{3B2D2F0B-445A-AC1D-E50C-5A3A19080057}"/>
              </a:ext>
            </a:extLst>
          </p:cNvPr>
          <p:cNvCxnSpPr/>
          <p:nvPr/>
        </p:nvCxnSpPr>
        <p:spPr>
          <a:xfrm flipH="1">
            <a:off x="1167960" y="4903269"/>
            <a:ext cx="265600" cy="4952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0" name="Google Shape;1127;p132">
            <a:extLst>
              <a:ext uri="{FF2B5EF4-FFF2-40B4-BE49-F238E27FC236}">
                <a16:creationId xmlns:a16="http://schemas.microsoft.com/office/drawing/2014/main" id="{A627F888-70A1-C91C-C901-96778D52BB34}"/>
              </a:ext>
            </a:extLst>
          </p:cNvPr>
          <p:cNvCxnSpPr/>
          <p:nvPr/>
        </p:nvCxnSpPr>
        <p:spPr>
          <a:xfrm>
            <a:off x="4516640" y="2537694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1" name="Google Shape;1128;p132">
            <a:extLst>
              <a:ext uri="{FF2B5EF4-FFF2-40B4-BE49-F238E27FC236}">
                <a16:creationId xmlns:a16="http://schemas.microsoft.com/office/drawing/2014/main" id="{8E301400-1152-8172-940A-B17185C7DCA0}"/>
              </a:ext>
            </a:extLst>
          </p:cNvPr>
          <p:cNvCxnSpPr/>
          <p:nvPr/>
        </p:nvCxnSpPr>
        <p:spPr>
          <a:xfrm>
            <a:off x="1966427" y="4890514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2" name="Google Shape;1129;p132">
            <a:extLst>
              <a:ext uri="{FF2B5EF4-FFF2-40B4-BE49-F238E27FC236}">
                <a16:creationId xmlns:a16="http://schemas.microsoft.com/office/drawing/2014/main" id="{738F9FDA-2B85-F83A-850E-266F35CE931D}"/>
              </a:ext>
            </a:extLst>
          </p:cNvPr>
          <p:cNvCxnSpPr/>
          <p:nvPr/>
        </p:nvCxnSpPr>
        <p:spPr>
          <a:xfrm>
            <a:off x="2468260" y="4895945"/>
            <a:ext cx="358000" cy="5088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3" name="Google Shape;1130;p132">
            <a:extLst>
              <a:ext uri="{FF2B5EF4-FFF2-40B4-BE49-F238E27FC236}">
                <a16:creationId xmlns:a16="http://schemas.microsoft.com/office/drawing/2014/main" id="{A1739938-E4B5-FF10-0711-7A484C836C88}"/>
              </a:ext>
            </a:extLst>
          </p:cNvPr>
          <p:cNvSpPr txBox="1"/>
          <p:nvPr/>
        </p:nvSpPr>
        <p:spPr>
          <a:xfrm>
            <a:off x="694284" y="5468834"/>
            <a:ext cx="76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rags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1131;p132">
            <a:extLst>
              <a:ext uri="{FF2B5EF4-FFF2-40B4-BE49-F238E27FC236}">
                <a16:creationId xmlns:a16="http://schemas.microsoft.com/office/drawing/2014/main" id="{ECEEC9BB-0E38-5244-F557-1B854BDFA2FD}"/>
              </a:ext>
            </a:extLst>
          </p:cNvPr>
          <p:cNvSpPr txBox="1"/>
          <p:nvPr/>
        </p:nvSpPr>
        <p:spPr>
          <a:xfrm>
            <a:off x="1578847" y="5468834"/>
            <a:ext cx="91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Earth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32;p132">
            <a:extLst>
              <a:ext uri="{FF2B5EF4-FFF2-40B4-BE49-F238E27FC236}">
                <a16:creationId xmlns:a16="http://schemas.microsoft.com/office/drawing/2014/main" id="{4D8A7CB9-7E61-CA14-BDFC-99FA670C4293}"/>
              </a:ext>
            </a:extLst>
          </p:cNvPr>
          <p:cNvSpPr txBox="1"/>
          <p:nvPr/>
        </p:nvSpPr>
        <p:spPr>
          <a:xfrm>
            <a:off x="2613240" y="5468834"/>
            <a:ext cx="119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Heaven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1133;p132">
            <a:extLst>
              <a:ext uri="{FF2B5EF4-FFF2-40B4-BE49-F238E27FC236}">
                <a16:creationId xmlns:a16="http://schemas.microsoft.com/office/drawing/2014/main" id="{AD16F667-B78F-9607-E87F-F5FC4DCFFA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607" y="3116832"/>
            <a:ext cx="377100" cy="3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134;p132">
            <a:extLst>
              <a:ext uri="{FF2B5EF4-FFF2-40B4-BE49-F238E27FC236}">
                <a16:creationId xmlns:a16="http://schemas.microsoft.com/office/drawing/2014/main" id="{77F67AD7-1B3A-A751-5E78-0C4B3C0112B8}"/>
              </a:ext>
            </a:extLst>
          </p:cNvPr>
          <p:cNvSpPr txBox="1"/>
          <p:nvPr/>
        </p:nvSpPr>
        <p:spPr>
          <a:xfrm>
            <a:off x="800889" y="3443458"/>
            <a:ext cx="5528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1135;p132">
            <a:extLst>
              <a:ext uri="{FF2B5EF4-FFF2-40B4-BE49-F238E27FC236}">
                <a16:creationId xmlns:a16="http://schemas.microsoft.com/office/drawing/2014/main" id="{95B6918E-51B4-02C6-A17B-557286B5ADAD}"/>
              </a:ext>
            </a:extLst>
          </p:cNvPr>
          <p:cNvSpPr/>
          <p:nvPr/>
        </p:nvSpPr>
        <p:spPr>
          <a:xfrm>
            <a:off x="5544277" y="2864325"/>
            <a:ext cx="567600" cy="3788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C0504D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136;p132">
            <a:extLst>
              <a:ext uri="{FF2B5EF4-FFF2-40B4-BE49-F238E27FC236}">
                <a16:creationId xmlns:a16="http://schemas.microsoft.com/office/drawing/2014/main" id="{18A5EA5D-0596-FBF7-1A6E-7C36F3F4AE7C}"/>
              </a:ext>
            </a:extLst>
          </p:cNvPr>
          <p:cNvSpPr/>
          <p:nvPr/>
        </p:nvSpPr>
        <p:spPr>
          <a:xfrm>
            <a:off x="3596152" y="2864313"/>
            <a:ext cx="567600" cy="3788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C0504D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137;p132">
            <a:extLst>
              <a:ext uri="{FF2B5EF4-FFF2-40B4-BE49-F238E27FC236}">
                <a16:creationId xmlns:a16="http://schemas.microsoft.com/office/drawing/2014/main" id="{DDA80C65-83A6-1750-0413-96840097405C}"/>
              </a:ext>
            </a:extLst>
          </p:cNvPr>
          <p:cNvSpPr/>
          <p:nvPr/>
        </p:nvSpPr>
        <p:spPr>
          <a:xfrm>
            <a:off x="1697068" y="2920891"/>
            <a:ext cx="567600" cy="3788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C0504D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138;p132">
            <a:extLst>
              <a:ext uri="{FF2B5EF4-FFF2-40B4-BE49-F238E27FC236}">
                <a16:creationId xmlns:a16="http://schemas.microsoft.com/office/drawing/2014/main" id="{58A8DE01-2E27-AD46-F5A1-DBAF444DE459}"/>
              </a:ext>
            </a:extLst>
          </p:cNvPr>
          <p:cNvSpPr/>
          <p:nvPr/>
        </p:nvSpPr>
        <p:spPr>
          <a:xfrm>
            <a:off x="3427833" y="1497057"/>
            <a:ext cx="567600" cy="3788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C0504D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1139;p132">
            <a:extLst>
              <a:ext uri="{FF2B5EF4-FFF2-40B4-BE49-F238E27FC236}">
                <a16:creationId xmlns:a16="http://schemas.microsoft.com/office/drawing/2014/main" id="{177BF498-D0C0-FD4B-75DD-A2F2D6C97E6C}"/>
              </a:ext>
            </a:extLst>
          </p:cNvPr>
          <p:cNvSpPr/>
          <p:nvPr/>
        </p:nvSpPr>
        <p:spPr>
          <a:xfrm>
            <a:off x="1597300" y="3988270"/>
            <a:ext cx="567600" cy="3788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C0504D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1140;p132">
            <a:extLst>
              <a:ext uri="{FF2B5EF4-FFF2-40B4-BE49-F238E27FC236}">
                <a16:creationId xmlns:a16="http://schemas.microsoft.com/office/drawing/2014/main" id="{1F01B50B-6F85-1D0C-8D3B-E7E13CA1AC85}"/>
              </a:ext>
            </a:extLst>
          </p:cNvPr>
          <p:cNvSpPr txBox="1"/>
          <p:nvPr/>
        </p:nvSpPr>
        <p:spPr>
          <a:xfrm>
            <a:off x="3304188" y="1610146"/>
            <a:ext cx="4016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141;p132">
            <a:extLst>
              <a:ext uri="{FF2B5EF4-FFF2-40B4-BE49-F238E27FC236}">
                <a16:creationId xmlns:a16="http://schemas.microsoft.com/office/drawing/2014/main" id="{AB00F4D1-82B8-48E1-E267-910EACC6CCFA}"/>
              </a:ext>
            </a:extLst>
          </p:cNvPr>
          <p:cNvSpPr txBox="1"/>
          <p:nvPr/>
        </p:nvSpPr>
        <p:spPr>
          <a:xfrm>
            <a:off x="5370055" y="2913613"/>
            <a:ext cx="4016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1142;p132">
            <a:extLst>
              <a:ext uri="{FF2B5EF4-FFF2-40B4-BE49-F238E27FC236}">
                <a16:creationId xmlns:a16="http://schemas.microsoft.com/office/drawing/2014/main" id="{8A85B69D-80EA-644F-8AA5-46590A0FE20F}"/>
              </a:ext>
            </a:extLst>
          </p:cNvPr>
          <p:cNvSpPr txBox="1"/>
          <p:nvPr/>
        </p:nvSpPr>
        <p:spPr>
          <a:xfrm>
            <a:off x="3453455" y="2966613"/>
            <a:ext cx="4016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1143;p132">
            <a:extLst>
              <a:ext uri="{FF2B5EF4-FFF2-40B4-BE49-F238E27FC236}">
                <a16:creationId xmlns:a16="http://schemas.microsoft.com/office/drawing/2014/main" id="{26AC1090-1DED-EC97-B69B-A25BC28DBE88}"/>
              </a:ext>
            </a:extLst>
          </p:cNvPr>
          <p:cNvSpPr txBox="1"/>
          <p:nvPr/>
        </p:nvSpPr>
        <p:spPr>
          <a:xfrm>
            <a:off x="1565321" y="2917513"/>
            <a:ext cx="4016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1144;p132">
            <a:extLst>
              <a:ext uri="{FF2B5EF4-FFF2-40B4-BE49-F238E27FC236}">
                <a16:creationId xmlns:a16="http://schemas.microsoft.com/office/drawing/2014/main" id="{1927E13D-48F5-B2B8-CB47-1D4AE2EBC02A}"/>
              </a:ext>
            </a:extLst>
          </p:cNvPr>
          <p:cNvSpPr txBox="1"/>
          <p:nvPr/>
        </p:nvSpPr>
        <p:spPr>
          <a:xfrm>
            <a:off x="1492921" y="4056395"/>
            <a:ext cx="401600" cy="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4461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E0FBB6-DB76-A69B-79D9-BB97F43D212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1149;p133">
            <a:extLst>
              <a:ext uri="{FF2B5EF4-FFF2-40B4-BE49-F238E27FC236}">
                <a16:creationId xmlns:a16="http://schemas.microsoft.com/office/drawing/2014/main" id="{FFE88417-9C24-609D-18CD-2BB710832F51}"/>
              </a:ext>
            </a:extLst>
          </p:cNvPr>
          <p:cNvSpPr txBox="1"/>
          <p:nvPr/>
        </p:nvSpPr>
        <p:spPr>
          <a:xfrm>
            <a:off x="126800" y="1275451"/>
            <a:ext cx="11938400" cy="4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 and .. are used for specifying location</a:t>
            </a:r>
          </a:p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Whenever you do anything on Unix </a:t>
            </a:r>
          </a:p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(move around, move a file, rename a file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etc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…)</a:t>
            </a:r>
          </a:p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You have to tell the system where that thing is using a path</a:t>
            </a:r>
          </a:p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 and .. are part of RELATIVE paths</a:t>
            </a:r>
          </a:p>
        </p:txBody>
      </p:sp>
      <p:pic>
        <p:nvPicPr>
          <p:cNvPr id="6" name="Google Shape;1150;p133">
            <a:extLst>
              <a:ext uri="{FF2B5EF4-FFF2-40B4-BE49-F238E27FC236}">
                <a16:creationId xmlns:a16="http://schemas.microsoft.com/office/drawing/2014/main" id="{6955FDD0-6190-A447-FF35-FCDED0C9BF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2141" y="1469312"/>
            <a:ext cx="1477467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51;p133">
            <a:extLst>
              <a:ext uri="{FF2B5EF4-FFF2-40B4-BE49-F238E27FC236}">
                <a16:creationId xmlns:a16="http://schemas.microsoft.com/office/drawing/2014/main" id="{33D70919-985C-603A-BFB6-B2A22232BE3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98253" y="4896997"/>
            <a:ext cx="1477467" cy="92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246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C91DA2-2087-7D4B-5A82-F49EF9DE99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18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oogle Shape;1157;p134" descr="directory.png">
            <a:extLst>
              <a:ext uri="{FF2B5EF4-FFF2-40B4-BE49-F238E27FC236}">
                <a16:creationId xmlns:a16="http://schemas.microsoft.com/office/drawing/2014/main" id="{3D8FFF4C-1033-608F-923F-C2502A292C2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32067" y="4141459"/>
            <a:ext cx="854800" cy="79767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58;p134">
            <a:extLst>
              <a:ext uri="{FF2B5EF4-FFF2-40B4-BE49-F238E27FC236}">
                <a16:creationId xmlns:a16="http://schemas.microsoft.com/office/drawing/2014/main" id="{B8D0FD63-B8C3-0F10-A8A3-3AD731A76D93}"/>
              </a:ext>
            </a:extLst>
          </p:cNvPr>
          <p:cNvSpPr txBox="1"/>
          <p:nvPr/>
        </p:nvSpPr>
        <p:spPr>
          <a:xfrm>
            <a:off x="3627079" y="4296168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New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5" name="Google Shape;1159;p134">
            <a:extLst>
              <a:ext uri="{FF2B5EF4-FFF2-40B4-BE49-F238E27FC236}">
                <a16:creationId xmlns:a16="http://schemas.microsoft.com/office/drawing/2014/main" id="{23DB1C55-78F3-9B95-44C9-2E6AE66B11EE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2784764" y="3709750"/>
            <a:ext cx="1174703" cy="431709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" name="Google Shape;1160;p134">
            <a:extLst>
              <a:ext uri="{FF2B5EF4-FFF2-40B4-BE49-F238E27FC236}">
                <a16:creationId xmlns:a16="http://schemas.microsoft.com/office/drawing/2014/main" id="{40288836-7BEC-9681-843B-D3A91FF0F3A6}"/>
              </a:ext>
            </a:extLst>
          </p:cNvPr>
          <p:cNvSpPr/>
          <p:nvPr/>
        </p:nvSpPr>
        <p:spPr>
          <a:xfrm>
            <a:off x="2368533" y="4070158"/>
            <a:ext cx="1440000" cy="3288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E36C09"/>
          </a:solidFill>
          <a:ln w="9525" cap="flat" cmpd="sng">
            <a:solidFill>
              <a:srgbClr val="E46C0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161;p134">
            <a:extLst>
              <a:ext uri="{FF2B5EF4-FFF2-40B4-BE49-F238E27FC236}">
                <a16:creationId xmlns:a16="http://schemas.microsoft.com/office/drawing/2014/main" id="{B003F39E-C1E1-0C99-ECDC-4302C79A28FA}"/>
              </a:ext>
            </a:extLst>
          </p:cNvPr>
          <p:cNvSpPr txBox="1"/>
          <p:nvPr/>
        </p:nvSpPr>
        <p:spPr>
          <a:xfrm>
            <a:off x="7229836" y="3068843"/>
            <a:ext cx="4354800" cy="9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Moving from Data to New</a:t>
            </a:r>
            <a:endParaRPr sz="2667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endParaRPr sz="26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GB" sz="2667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RELATIVE PATH</a:t>
            </a:r>
            <a:endParaRPr sz="2667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Google Shape;1163;p134">
            <a:extLst>
              <a:ext uri="{FF2B5EF4-FFF2-40B4-BE49-F238E27FC236}">
                <a16:creationId xmlns:a16="http://schemas.microsoft.com/office/drawing/2014/main" id="{B1B29410-B049-0CEB-A1D4-F5E389B56C63}"/>
              </a:ext>
            </a:extLst>
          </p:cNvPr>
          <p:cNvSpPr txBox="1"/>
          <p:nvPr/>
        </p:nvSpPr>
        <p:spPr>
          <a:xfrm>
            <a:off x="7842579" y="4492324"/>
            <a:ext cx="2812400" cy="446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../New</a:t>
            </a:r>
            <a:endParaRPr sz="2667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" name="Google Shape;1164;p134" descr="directory.png">
            <a:extLst>
              <a:ext uri="{FF2B5EF4-FFF2-40B4-BE49-F238E27FC236}">
                <a16:creationId xmlns:a16="http://schemas.microsoft.com/office/drawing/2014/main" id="{5906924E-0E98-5773-34C4-227D101CC0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8836" y="1675822"/>
            <a:ext cx="854800" cy="8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165;p134" descr="directory.png">
            <a:extLst>
              <a:ext uri="{FF2B5EF4-FFF2-40B4-BE49-F238E27FC236}">
                <a16:creationId xmlns:a16="http://schemas.microsoft.com/office/drawing/2014/main" id="{13EA17F4-01F4-EA73-C048-3E454636D6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92917" y="4072194"/>
            <a:ext cx="916000" cy="854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66;p134">
            <a:extLst>
              <a:ext uri="{FF2B5EF4-FFF2-40B4-BE49-F238E27FC236}">
                <a16:creationId xmlns:a16="http://schemas.microsoft.com/office/drawing/2014/main" id="{21B21371-C5C9-4E32-88F5-D8B83A29BB55}"/>
              </a:ext>
            </a:extLst>
          </p:cNvPr>
          <p:cNvSpPr txBox="1"/>
          <p:nvPr/>
        </p:nvSpPr>
        <p:spPr>
          <a:xfrm>
            <a:off x="3304213" y="1889305"/>
            <a:ext cx="969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2" name="Google Shape;1167;p134">
            <a:extLst>
              <a:ext uri="{FF2B5EF4-FFF2-40B4-BE49-F238E27FC236}">
                <a16:creationId xmlns:a16="http://schemas.microsoft.com/office/drawing/2014/main" id="{B7926F86-0F56-2F80-020A-C83ECCAB9EC3}"/>
              </a:ext>
            </a:extLst>
          </p:cNvPr>
          <p:cNvCxnSpPr/>
          <p:nvPr/>
        </p:nvCxnSpPr>
        <p:spPr>
          <a:xfrm flipH="1">
            <a:off x="4310863" y="1270640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3" name="Google Shape;1168;p134" descr="directory.png">
            <a:extLst>
              <a:ext uri="{FF2B5EF4-FFF2-40B4-BE49-F238E27FC236}">
                <a16:creationId xmlns:a16="http://schemas.microsoft.com/office/drawing/2014/main" id="{D5D18294-8584-3365-C902-87A1E4563B2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46637" y="2945962"/>
            <a:ext cx="1042711" cy="97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169;p134" descr="directory.png">
            <a:extLst>
              <a:ext uri="{FF2B5EF4-FFF2-40B4-BE49-F238E27FC236}">
                <a16:creationId xmlns:a16="http://schemas.microsoft.com/office/drawing/2014/main" id="{581CC7E3-DEEC-D820-32CD-78C8676F2A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6471" y="2945962"/>
            <a:ext cx="916000" cy="9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170;p134" descr="directory.png">
            <a:extLst>
              <a:ext uri="{FF2B5EF4-FFF2-40B4-BE49-F238E27FC236}">
                <a16:creationId xmlns:a16="http://schemas.microsoft.com/office/drawing/2014/main" id="{E568CC63-494E-69AD-128A-64A1C30BB7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0063" y="2945962"/>
            <a:ext cx="916000" cy="9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171;p134">
            <a:extLst>
              <a:ext uri="{FF2B5EF4-FFF2-40B4-BE49-F238E27FC236}">
                <a16:creationId xmlns:a16="http://schemas.microsoft.com/office/drawing/2014/main" id="{E312572D-6BBE-AE4C-2DB4-E8C87FC66885}"/>
              </a:ext>
            </a:extLst>
          </p:cNvPr>
          <p:cNvCxnSpPr/>
          <p:nvPr/>
        </p:nvCxnSpPr>
        <p:spPr>
          <a:xfrm>
            <a:off x="3844597" y="2437962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17" name="Google Shape;1172;p134">
            <a:extLst>
              <a:ext uri="{FF2B5EF4-FFF2-40B4-BE49-F238E27FC236}">
                <a16:creationId xmlns:a16="http://schemas.microsoft.com/office/drawing/2014/main" id="{59CD7D2A-6F46-AA43-04C2-85582F3277BF}"/>
              </a:ext>
            </a:extLst>
          </p:cNvPr>
          <p:cNvSpPr txBox="1"/>
          <p:nvPr/>
        </p:nvSpPr>
        <p:spPr>
          <a:xfrm>
            <a:off x="1449732" y="3230425"/>
            <a:ext cx="1435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" name="Google Shape;1173;p134">
            <a:extLst>
              <a:ext uri="{FF2B5EF4-FFF2-40B4-BE49-F238E27FC236}">
                <a16:creationId xmlns:a16="http://schemas.microsoft.com/office/drawing/2014/main" id="{7906DA41-72C4-46A7-2455-4C1B26F71E36}"/>
              </a:ext>
            </a:extLst>
          </p:cNvPr>
          <p:cNvSpPr txBox="1"/>
          <p:nvPr/>
        </p:nvSpPr>
        <p:spPr>
          <a:xfrm>
            <a:off x="3427825" y="3230425"/>
            <a:ext cx="112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9" name="Google Shape;1174;p134">
            <a:extLst>
              <a:ext uri="{FF2B5EF4-FFF2-40B4-BE49-F238E27FC236}">
                <a16:creationId xmlns:a16="http://schemas.microsoft.com/office/drawing/2014/main" id="{A2F752AE-E98C-3D68-A32D-DDF67C153AE3}"/>
              </a:ext>
            </a:extLst>
          </p:cNvPr>
          <p:cNvSpPr txBox="1"/>
          <p:nvPr/>
        </p:nvSpPr>
        <p:spPr>
          <a:xfrm>
            <a:off x="5343447" y="3230425"/>
            <a:ext cx="1158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0" name="Google Shape;1175;p134">
            <a:extLst>
              <a:ext uri="{FF2B5EF4-FFF2-40B4-BE49-F238E27FC236}">
                <a16:creationId xmlns:a16="http://schemas.microsoft.com/office/drawing/2014/main" id="{C3C76428-0252-AD7D-99BC-9353C47CDF76}"/>
              </a:ext>
            </a:extLst>
          </p:cNvPr>
          <p:cNvCxnSpPr>
            <a:cxnSpLocks/>
          </p:cNvCxnSpPr>
          <p:nvPr/>
        </p:nvCxnSpPr>
        <p:spPr>
          <a:xfrm flipH="1">
            <a:off x="1898164" y="2276622"/>
            <a:ext cx="1362842" cy="59570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1" name="Google Shape;1176;p134">
            <a:extLst>
              <a:ext uri="{FF2B5EF4-FFF2-40B4-BE49-F238E27FC236}">
                <a16:creationId xmlns:a16="http://schemas.microsoft.com/office/drawing/2014/main" id="{0D3E1BBB-6473-BBB5-4B81-17C15FD1CDED}"/>
              </a:ext>
            </a:extLst>
          </p:cNvPr>
          <p:cNvCxnSpPr>
            <a:cxnSpLocks/>
          </p:cNvCxnSpPr>
          <p:nvPr/>
        </p:nvCxnSpPr>
        <p:spPr>
          <a:xfrm>
            <a:off x="1950917" y="3765180"/>
            <a:ext cx="0" cy="362434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2" name="Google Shape;1177;p134">
            <a:extLst>
              <a:ext uri="{FF2B5EF4-FFF2-40B4-BE49-F238E27FC236}">
                <a16:creationId xmlns:a16="http://schemas.microsoft.com/office/drawing/2014/main" id="{F6783D10-9B3D-C665-F76F-13FB5E4062FD}"/>
              </a:ext>
            </a:extLst>
          </p:cNvPr>
          <p:cNvSpPr txBox="1"/>
          <p:nvPr/>
        </p:nvSpPr>
        <p:spPr>
          <a:xfrm>
            <a:off x="1597299" y="4296168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3" name="Google Shape;1178;p134">
            <a:extLst>
              <a:ext uri="{FF2B5EF4-FFF2-40B4-BE49-F238E27FC236}">
                <a16:creationId xmlns:a16="http://schemas.microsoft.com/office/drawing/2014/main" id="{D36918B9-A3E1-FE38-4AAC-61D0CDA2DA34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310863" y="2320474"/>
            <a:ext cx="1517200" cy="62548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24" name="Google Shape;1179;p134">
            <a:extLst>
              <a:ext uri="{FF2B5EF4-FFF2-40B4-BE49-F238E27FC236}">
                <a16:creationId xmlns:a16="http://schemas.microsoft.com/office/drawing/2014/main" id="{84A39B68-E7E4-C3E0-0A0B-94EFB51C47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607" y="3047563"/>
            <a:ext cx="377100" cy="3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180;p134">
            <a:extLst>
              <a:ext uri="{FF2B5EF4-FFF2-40B4-BE49-F238E27FC236}">
                <a16:creationId xmlns:a16="http://schemas.microsoft.com/office/drawing/2014/main" id="{75B08C7A-719F-B477-7DB7-5A529F458DFE}"/>
              </a:ext>
            </a:extLst>
          </p:cNvPr>
          <p:cNvSpPr txBox="1"/>
          <p:nvPr/>
        </p:nvSpPr>
        <p:spPr>
          <a:xfrm>
            <a:off x="800889" y="3374189"/>
            <a:ext cx="5528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653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8A40DC-64DB-D612-9725-812097A32A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19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185;p135">
            <a:extLst>
              <a:ext uri="{FF2B5EF4-FFF2-40B4-BE49-F238E27FC236}">
                <a16:creationId xmlns:a16="http://schemas.microsoft.com/office/drawing/2014/main" id="{7037774B-34AB-00A4-71D6-3AD5E4BEBC79}"/>
              </a:ext>
            </a:extLst>
          </p:cNvPr>
          <p:cNvSpPr/>
          <p:nvPr/>
        </p:nvSpPr>
        <p:spPr>
          <a:xfrm>
            <a:off x="3333867" y="4381943"/>
            <a:ext cx="1282000" cy="85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86;p135">
            <a:extLst>
              <a:ext uri="{FF2B5EF4-FFF2-40B4-BE49-F238E27FC236}">
                <a16:creationId xmlns:a16="http://schemas.microsoft.com/office/drawing/2014/main" id="{D202A108-9B30-6E66-3B82-224446CD58A6}"/>
              </a:ext>
            </a:extLst>
          </p:cNvPr>
          <p:cNvSpPr/>
          <p:nvPr/>
        </p:nvSpPr>
        <p:spPr>
          <a:xfrm>
            <a:off x="1443800" y="3225804"/>
            <a:ext cx="1203600" cy="9160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187;p135">
            <a:extLst>
              <a:ext uri="{FF2B5EF4-FFF2-40B4-BE49-F238E27FC236}">
                <a16:creationId xmlns:a16="http://schemas.microsoft.com/office/drawing/2014/main" id="{6DA52D01-6E2C-DEF8-248B-98A44FB05671}"/>
              </a:ext>
            </a:extLst>
          </p:cNvPr>
          <p:cNvSpPr/>
          <p:nvPr/>
        </p:nvSpPr>
        <p:spPr>
          <a:xfrm>
            <a:off x="1423900" y="4395943"/>
            <a:ext cx="1203600" cy="85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" name="Google Shape;1188;p135">
            <a:extLst>
              <a:ext uri="{FF2B5EF4-FFF2-40B4-BE49-F238E27FC236}">
                <a16:creationId xmlns:a16="http://schemas.microsoft.com/office/drawing/2014/main" id="{D439F344-A1AA-A8FD-0B66-04EB5A966D3F}"/>
              </a:ext>
            </a:extLst>
          </p:cNvPr>
          <p:cNvCxnSpPr>
            <a:cxnSpLocks/>
          </p:cNvCxnSpPr>
          <p:nvPr/>
        </p:nvCxnSpPr>
        <p:spPr>
          <a:xfrm flipV="1">
            <a:off x="1822507" y="4111680"/>
            <a:ext cx="0" cy="227560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7" name="Google Shape;1189;p135">
            <a:extLst>
              <a:ext uri="{FF2B5EF4-FFF2-40B4-BE49-F238E27FC236}">
                <a16:creationId xmlns:a16="http://schemas.microsoft.com/office/drawing/2014/main" id="{10D5C092-F03C-4E72-0119-C22015D9FB06}"/>
              </a:ext>
            </a:extLst>
          </p:cNvPr>
          <p:cNvCxnSpPr>
            <a:cxnSpLocks/>
          </p:cNvCxnSpPr>
          <p:nvPr/>
        </p:nvCxnSpPr>
        <p:spPr>
          <a:xfrm>
            <a:off x="2692011" y="3877902"/>
            <a:ext cx="962981" cy="394900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8" name="Google Shape;1190;p135">
            <a:extLst>
              <a:ext uri="{FF2B5EF4-FFF2-40B4-BE49-F238E27FC236}">
                <a16:creationId xmlns:a16="http://schemas.microsoft.com/office/drawing/2014/main" id="{745E6464-61C8-A4B4-025F-F2C24CA2B68A}"/>
              </a:ext>
            </a:extLst>
          </p:cNvPr>
          <p:cNvSpPr txBox="1"/>
          <p:nvPr/>
        </p:nvSpPr>
        <p:spPr>
          <a:xfrm>
            <a:off x="7071360" y="3548315"/>
            <a:ext cx="4354800" cy="9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Moving from Data to New</a:t>
            </a:r>
            <a:endParaRPr sz="26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endParaRPr sz="26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RELATIVE PATH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191;p135">
            <a:extLst>
              <a:ext uri="{FF2B5EF4-FFF2-40B4-BE49-F238E27FC236}">
                <a16:creationId xmlns:a16="http://schemas.microsoft.com/office/drawing/2014/main" id="{C0C23884-2CDD-8875-62BD-C5FE4AAD6A33}"/>
              </a:ext>
            </a:extLst>
          </p:cNvPr>
          <p:cNvSpPr txBox="1"/>
          <p:nvPr/>
        </p:nvSpPr>
        <p:spPr>
          <a:xfrm>
            <a:off x="7842645" y="4804575"/>
            <a:ext cx="2812400" cy="446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../New</a:t>
            </a:r>
            <a:endParaRPr sz="2667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" name="Google Shape;1193;p135" descr="directory.png">
            <a:extLst>
              <a:ext uri="{FF2B5EF4-FFF2-40B4-BE49-F238E27FC236}">
                <a16:creationId xmlns:a16="http://schemas.microsoft.com/office/drawing/2014/main" id="{46306BFD-71D9-00C2-0689-22CF04EB8DA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32067" y="4460110"/>
            <a:ext cx="854800" cy="79767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94;p135">
            <a:extLst>
              <a:ext uri="{FF2B5EF4-FFF2-40B4-BE49-F238E27FC236}">
                <a16:creationId xmlns:a16="http://schemas.microsoft.com/office/drawing/2014/main" id="{D2974EA9-5AE2-E11F-680D-2339A3003B08}"/>
              </a:ext>
            </a:extLst>
          </p:cNvPr>
          <p:cNvSpPr txBox="1"/>
          <p:nvPr/>
        </p:nvSpPr>
        <p:spPr>
          <a:xfrm>
            <a:off x="3627079" y="4614819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195;p135">
            <a:extLst>
              <a:ext uri="{FF2B5EF4-FFF2-40B4-BE49-F238E27FC236}">
                <a16:creationId xmlns:a16="http://schemas.microsoft.com/office/drawing/2014/main" id="{6DD4CA67-83BC-B689-3253-11B4A455F6EB}"/>
              </a:ext>
            </a:extLst>
          </p:cNvPr>
          <p:cNvCxnSpPr>
            <a:cxnSpLocks/>
          </p:cNvCxnSpPr>
          <p:nvPr/>
        </p:nvCxnSpPr>
        <p:spPr>
          <a:xfrm>
            <a:off x="2630131" y="4237646"/>
            <a:ext cx="655557" cy="320719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3" name="Google Shape;1196;p135" descr="directory.png">
            <a:extLst>
              <a:ext uri="{FF2B5EF4-FFF2-40B4-BE49-F238E27FC236}">
                <a16:creationId xmlns:a16="http://schemas.microsoft.com/office/drawing/2014/main" id="{E8F1C0D5-2327-1CF6-1D19-30B6F2CF84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8111" y="1939053"/>
            <a:ext cx="854800" cy="8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197;p135" descr="directory.png">
            <a:extLst>
              <a:ext uri="{FF2B5EF4-FFF2-40B4-BE49-F238E27FC236}">
                <a16:creationId xmlns:a16="http://schemas.microsoft.com/office/drawing/2014/main" id="{A483AE57-55A8-3AB9-818E-4CBCB3D19AD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92917" y="4390845"/>
            <a:ext cx="916000" cy="85479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198;p135">
            <a:extLst>
              <a:ext uri="{FF2B5EF4-FFF2-40B4-BE49-F238E27FC236}">
                <a16:creationId xmlns:a16="http://schemas.microsoft.com/office/drawing/2014/main" id="{3CCAA025-520E-846E-DBE5-01C2D33B873C}"/>
              </a:ext>
            </a:extLst>
          </p:cNvPr>
          <p:cNvSpPr txBox="1"/>
          <p:nvPr/>
        </p:nvSpPr>
        <p:spPr>
          <a:xfrm>
            <a:off x="3373488" y="2152536"/>
            <a:ext cx="969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6" name="Google Shape;1199;p135">
            <a:extLst>
              <a:ext uri="{FF2B5EF4-FFF2-40B4-BE49-F238E27FC236}">
                <a16:creationId xmlns:a16="http://schemas.microsoft.com/office/drawing/2014/main" id="{D76325C2-F9B0-40B1-DB92-8C699CDCFEF6}"/>
              </a:ext>
            </a:extLst>
          </p:cNvPr>
          <p:cNvCxnSpPr/>
          <p:nvPr/>
        </p:nvCxnSpPr>
        <p:spPr>
          <a:xfrm flipH="1">
            <a:off x="4516667" y="1527236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7" name="Google Shape;1200;p135" descr="directory.png">
            <a:extLst>
              <a:ext uri="{FF2B5EF4-FFF2-40B4-BE49-F238E27FC236}">
                <a16:creationId xmlns:a16="http://schemas.microsoft.com/office/drawing/2014/main" id="{33A59828-960E-EF51-8FF0-DC5CECF1CD2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46637" y="3195338"/>
            <a:ext cx="1042711" cy="97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01;p135" descr="directory.png">
            <a:extLst>
              <a:ext uri="{FF2B5EF4-FFF2-40B4-BE49-F238E27FC236}">
                <a16:creationId xmlns:a16="http://schemas.microsoft.com/office/drawing/2014/main" id="{AECEA993-2D76-B071-E063-7F1608184E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6471" y="3264613"/>
            <a:ext cx="916000" cy="9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202;p135" descr="directory.png">
            <a:extLst>
              <a:ext uri="{FF2B5EF4-FFF2-40B4-BE49-F238E27FC236}">
                <a16:creationId xmlns:a16="http://schemas.microsoft.com/office/drawing/2014/main" id="{ED6B0EDA-5439-466E-A9FC-98EFA71384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0063" y="3264613"/>
            <a:ext cx="916000" cy="9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1203;p135">
            <a:extLst>
              <a:ext uri="{FF2B5EF4-FFF2-40B4-BE49-F238E27FC236}">
                <a16:creationId xmlns:a16="http://schemas.microsoft.com/office/drawing/2014/main" id="{3A30066C-36FD-E6A0-1169-3B0811011C5C}"/>
              </a:ext>
            </a:extLst>
          </p:cNvPr>
          <p:cNvCxnSpPr/>
          <p:nvPr/>
        </p:nvCxnSpPr>
        <p:spPr>
          <a:xfrm>
            <a:off x="3788813" y="2787076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1" name="Google Shape;1204;p135">
            <a:extLst>
              <a:ext uri="{FF2B5EF4-FFF2-40B4-BE49-F238E27FC236}">
                <a16:creationId xmlns:a16="http://schemas.microsoft.com/office/drawing/2014/main" id="{61FE40B6-D9CC-50A9-0942-170660DC95BB}"/>
              </a:ext>
            </a:extLst>
          </p:cNvPr>
          <p:cNvSpPr txBox="1"/>
          <p:nvPr/>
        </p:nvSpPr>
        <p:spPr>
          <a:xfrm>
            <a:off x="1449732" y="3549076"/>
            <a:ext cx="1435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2" name="Google Shape;1205;p135">
            <a:extLst>
              <a:ext uri="{FF2B5EF4-FFF2-40B4-BE49-F238E27FC236}">
                <a16:creationId xmlns:a16="http://schemas.microsoft.com/office/drawing/2014/main" id="{174D96DA-029F-7747-49A2-0E3BFCC3F01E}"/>
              </a:ext>
            </a:extLst>
          </p:cNvPr>
          <p:cNvSpPr txBox="1"/>
          <p:nvPr/>
        </p:nvSpPr>
        <p:spPr>
          <a:xfrm>
            <a:off x="3427825" y="3549076"/>
            <a:ext cx="112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" name="Google Shape;1206;p135">
            <a:extLst>
              <a:ext uri="{FF2B5EF4-FFF2-40B4-BE49-F238E27FC236}">
                <a16:creationId xmlns:a16="http://schemas.microsoft.com/office/drawing/2014/main" id="{63F444D5-D98E-00FB-1DE1-20FC8054F602}"/>
              </a:ext>
            </a:extLst>
          </p:cNvPr>
          <p:cNvSpPr txBox="1"/>
          <p:nvPr/>
        </p:nvSpPr>
        <p:spPr>
          <a:xfrm>
            <a:off x="5343447" y="3549076"/>
            <a:ext cx="1158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4" name="Google Shape;1207;p135">
            <a:extLst>
              <a:ext uri="{FF2B5EF4-FFF2-40B4-BE49-F238E27FC236}">
                <a16:creationId xmlns:a16="http://schemas.microsoft.com/office/drawing/2014/main" id="{2077D09C-6CD7-7659-B686-545BEC284FAD}"/>
              </a:ext>
            </a:extLst>
          </p:cNvPr>
          <p:cNvCxnSpPr>
            <a:cxnSpLocks/>
          </p:cNvCxnSpPr>
          <p:nvPr/>
        </p:nvCxnSpPr>
        <p:spPr>
          <a:xfrm flipH="1">
            <a:off x="1950504" y="2622663"/>
            <a:ext cx="1335184" cy="48365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5" name="Google Shape;1208;p135">
            <a:extLst>
              <a:ext uri="{FF2B5EF4-FFF2-40B4-BE49-F238E27FC236}">
                <a16:creationId xmlns:a16="http://schemas.microsoft.com/office/drawing/2014/main" id="{31D6F06B-751C-8F25-2A9C-C3DEE68E47ED}"/>
              </a:ext>
            </a:extLst>
          </p:cNvPr>
          <p:cNvCxnSpPr>
            <a:cxnSpLocks/>
          </p:cNvCxnSpPr>
          <p:nvPr/>
        </p:nvCxnSpPr>
        <p:spPr>
          <a:xfrm>
            <a:off x="1991406" y="4111680"/>
            <a:ext cx="54194" cy="34843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6" name="Google Shape;1209;p135">
            <a:extLst>
              <a:ext uri="{FF2B5EF4-FFF2-40B4-BE49-F238E27FC236}">
                <a16:creationId xmlns:a16="http://schemas.microsoft.com/office/drawing/2014/main" id="{60D72D38-631A-9E11-6F54-43A748DB058A}"/>
              </a:ext>
            </a:extLst>
          </p:cNvPr>
          <p:cNvSpPr txBox="1"/>
          <p:nvPr/>
        </p:nvSpPr>
        <p:spPr>
          <a:xfrm>
            <a:off x="1597299" y="4614819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7" name="Google Shape;1210;p135">
            <a:extLst>
              <a:ext uri="{FF2B5EF4-FFF2-40B4-BE49-F238E27FC236}">
                <a16:creationId xmlns:a16="http://schemas.microsoft.com/office/drawing/2014/main" id="{04E8174A-4631-3383-DD2B-D6E1A2BFDA95}"/>
              </a:ext>
            </a:extLst>
          </p:cNvPr>
          <p:cNvCxnSpPr/>
          <p:nvPr/>
        </p:nvCxnSpPr>
        <p:spPr>
          <a:xfrm>
            <a:off x="4516640" y="2787076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28" name="Google Shape;1211;p135">
            <a:extLst>
              <a:ext uri="{FF2B5EF4-FFF2-40B4-BE49-F238E27FC236}">
                <a16:creationId xmlns:a16="http://schemas.microsoft.com/office/drawing/2014/main" id="{86BCD04E-74CA-747D-7111-FACE625D67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607" y="3366214"/>
            <a:ext cx="377100" cy="3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212;p135">
            <a:extLst>
              <a:ext uri="{FF2B5EF4-FFF2-40B4-BE49-F238E27FC236}">
                <a16:creationId xmlns:a16="http://schemas.microsoft.com/office/drawing/2014/main" id="{F7FEF44D-2D95-B5A3-B925-15C3292EFC6D}"/>
              </a:ext>
            </a:extLst>
          </p:cNvPr>
          <p:cNvSpPr txBox="1"/>
          <p:nvPr/>
        </p:nvSpPr>
        <p:spPr>
          <a:xfrm>
            <a:off x="800889" y="3692840"/>
            <a:ext cx="5528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418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498336-6EC2-ACCB-9488-AC59B3075D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20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217;p136">
            <a:extLst>
              <a:ext uri="{FF2B5EF4-FFF2-40B4-BE49-F238E27FC236}">
                <a16:creationId xmlns:a16="http://schemas.microsoft.com/office/drawing/2014/main" id="{8F2D5229-F1AC-B357-0202-AEB97FFF7EFC}"/>
              </a:ext>
            </a:extLst>
          </p:cNvPr>
          <p:cNvSpPr txBox="1"/>
          <p:nvPr/>
        </p:nvSpPr>
        <p:spPr>
          <a:xfrm>
            <a:off x="7071360" y="3797693"/>
            <a:ext cx="4354800" cy="9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Moving from Data to home</a:t>
            </a:r>
            <a:endParaRPr sz="2667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GB" sz="2667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RELATIVE PATH</a:t>
            </a:r>
            <a:endParaRPr sz="2667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Google Shape;1218;p136">
            <a:extLst>
              <a:ext uri="{FF2B5EF4-FFF2-40B4-BE49-F238E27FC236}">
                <a16:creationId xmlns:a16="http://schemas.microsoft.com/office/drawing/2014/main" id="{977FC4FA-849B-61CA-A1F6-4D43DF9F328C}"/>
              </a:ext>
            </a:extLst>
          </p:cNvPr>
          <p:cNvSpPr txBox="1"/>
          <p:nvPr/>
        </p:nvSpPr>
        <p:spPr>
          <a:xfrm>
            <a:off x="7860233" y="5056591"/>
            <a:ext cx="2777200" cy="56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../../</a:t>
            </a:r>
            <a:endParaRPr sz="2667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1219;p136">
            <a:extLst>
              <a:ext uri="{FF2B5EF4-FFF2-40B4-BE49-F238E27FC236}">
                <a16:creationId xmlns:a16="http://schemas.microsoft.com/office/drawing/2014/main" id="{29EDDC8E-24A9-0857-2FFF-77AA020376E9}"/>
              </a:ext>
            </a:extLst>
          </p:cNvPr>
          <p:cNvSpPr/>
          <p:nvPr/>
        </p:nvSpPr>
        <p:spPr>
          <a:xfrm rot="-5400000">
            <a:off x="-83928" y="3134095"/>
            <a:ext cx="2426800" cy="11932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E36C09"/>
          </a:solidFill>
          <a:ln w="9525" cap="flat" cmpd="sng">
            <a:solidFill>
              <a:srgbClr val="E46C0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221;p136" descr="directory.png">
            <a:extLst>
              <a:ext uri="{FF2B5EF4-FFF2-40B4-BE49-F238E27FC236}">
                <a16:creationId xmlns:a16="http://schemas.microsoft.com/office/drawing/2014/main" id="{693651B4-101E-109A-EE51-9252039A97D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32067" y="4709488"/>
            <a:ext cx="854800" cy="79767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22;p136">
            <a:extLst>
              <a:ext uri="{FF2B5EF4-FFF2-40B4-BE49-F238E27FC236}">
                <a16:creationId xmlns:a16="http://schemas.microsoft.com/office/drawing/2014/main" id="{59FBD396-EACF-5626-49DF-D228410F2983}"/>
              </a:ext>
            </a:extLst>
          </p:cNvPr>
          <p:cNvSpPr txBox="1"/>
          <p:nvPr/>
        </p:nvSpPr>
        <p:spPr>
          <a:xfrm>
            <a:off x="3627079" y="4864197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New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8" name="Google Shape;1223;p136">
            <a:extLst>
              <a:ext uri="{FF2B5EF4-FFF2-40B4-BE49-F238E27FC236}">
                <a16:creationId xmlns:a16="http://schemas.microsoft.com/office/drawing/2014/main" id="{457ECAAD-7FE2-561A-3A07-2342706E9AB9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589353" y="4277779"/>
            <a:ext cx="1370114" cy="431709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9" name="Google Shape;1224;p136" descr="directory.png">
            <a:extLst>
              <a:ext uri="{FF2B5EF4-FFF2-40B4-BE49-F238E27FC236}">
                <a16:creationId xmlns:a16="http://schemas.microsoft.com/office/drawing/2014/main" id="{29E1D19A-1F81-742C-DC35-7D18C9EFF2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8836" y="2243851"/>
            <a:ext cx="854800" cy="8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25;p136" descr="directory.png">
            <a:extLst>
              <a:ext uri="{FF2B5EF4-FFF2-40B4-BE49-F238E27FC236}">
                <a16:creationId xmlns:a16="http://schemas.microsoft.com/office/drawing/2014/main" id="{A342B78F-C5E5-42B8-5667-92E8B81E0B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92917" y="4640223"/>
            <a:ext cx="916000" cy="854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26;p136">
            <a:extLst>
              <a:ext uri="{FF2B5EF4-FFF2-40B4-BE49-F238E27FC236}">
                <a16:creationId xmlns:a16="http://schemas.microsoft.com/office/drawing/2014/main" id="{EE75412F-5AAC-8006-1B98-F0221775BD15}"/>
              </a:ext>
            </a:extLst>
          </p:cNvPr>
          <p:cNvSpPr txBox="1"/>
          <p:nvPr/>
        </p:nvSpPr>
        <p:spPr>
          <a:xfrm>
            <a:off x="3304213" y="2457334"/>
            <a:ext cx="969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2" name="Google Shape;1227;p136">
            <a:extLst>
              <a:ext uri="{FF2B5EF4-FFF2-40B4-BE49-F238E27FC236}">
                <a16:creationId xmlns:a16="http://schemas.microsoft.com/office/drawing/2014/main" id="{983196F7-7B20-C495-A26A-D4D7AC022DA1}"/>
              </a:ext>
            </a:extLst>
          </p:cNvPr>
          <p:cNvCxnSpPr>
            <a:cxnSpLocks/>
          </p:cNvCxnSpPr>
          <p:nvPr/>
        </p:nvCxnSpPr>
        <p:spPr>
          <a:xfrm flipH="1">
            <a:off x="4273413" y="1624603"/>
            <a:ext cx="1309969" cy="660011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3" name="Google Shape;1228;p136" descr="directory.png">
            <a:extLst>
              <a:ext uri="{FF2B5EF4-FFF2-40B4-BE49-F238E27FC236}">
                <a16:creationId xmlns:a16="http://schemas.microsoft.com/office/drawing/2014/main" id="{A4F92C40-4220-79CC-9C0A-DAFE2C234AC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46637" y="3513991"/>
            <a:ext cx="1042711" cy="97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229;p136" descr="directory.png">
            <a:extLst>
              <a:ext uri="{FF2B5EF4-FFF2-40B4-BE49-F238E27FC236}">
                <a16:creationId xmlns:a16="http://schemas.microsoft.com/office/drawing/2014/main" id="{BDF4C4EB-822A-B2E4-1F5C-CA565739F6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6471" y="3513991"/>
            <a:ext cx="916000" cy="9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230;p136" descr="directory.png">
            <a:extLst>
              <a:ext uri="{FF2B5EF4-FFF2-40B4-BE49-F238E27FC236}">
                <a16:creationId xmlns:a16="http://schemas.microsoft.com/office/drawing/2014/main" id="{489364B6-09D1-2488-5AC0-9BE461E1F8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0063" y="3513991"/>
            <a:ext cx="916000" cy="9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231;p136">
            <a:extLst>
              <a:ext uri="{FF2B5EF4-FFF2-40B4-BE49-F238E27FC236}">
                <a16:creationId xmlns:a16="http://schemas.microsoft.com/office/drawing/2014/main" id="{42C6DD40-E2E1-4F5D-5DF5-BD8EFA8D8EE1}"/>
              </a:ext>
            </a:extLst>
          </p:cNvPr>
          <p:cNvCxnSpPr>
            <a:cxnSpLocks/>
          </p:cNvCxnSpPr>
          <p:nvPr/>
        </p:nvCxnSpPr>
        <p:spPr>
          <a:xfrm>
            <a:off x="3893493" y="3107574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17" name="Google Shape;1232;p136">
            <a:extLst>
              <a:ext uri="{FF2B5EF4-FFF2-40B4-BE49-F238E27FC236}">
                <a16:creationId xmlns:a16="http://schemas.microsoft.com/office/drawing/2014/main" id="{8391D820-C02B-292E-C96D-1D9635B9C629}"/>
              </a:ext>
            </a:extLst>
          </p:cNvPr>
          <p:cNvSpPr txBox="1"/>
          <p:nvPr/>
        </p:nvSpPr>
        <p:spPr>
          <a:xfrm>
            <a:off x="1449732" y="3798454"/>
            <a:ext cx="1435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8" name="Google Shape;1233;p136">
            <a:extLst>
              <a:ext uri="{FF2B5EF4-FFF2-40B4-BE49-F238E27FC236}">
                <a16:creationId xmlns:a16="http://schemas.microsoft.com/office/drawing/2014/main" id="{287877FA-3020-6955-EECD-3C88641CCFB4}"/>
              </a:ext>
            </a:extLst>
          </p:cNvPr>
          <p:cNvSpPr txBox="1"/>
          <p:nvPr/>
        </p:nvSpPr>
        <p:spPr>
          <a:xfrm>
            <a:off x="3427825" y="3798454"/>
            <a:ext cx="112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9" name="Google Shape;1234;p136">
            <a:extLst>
              <a:ext uri="{FF2B5EF4-FFF2-40B4-BE49-F238E27FC236}">
                <a16:creationId xmlns:a16="http://schemas.microsoft.com/office/drawing/2014/main" id="{E21E50C1-3F91-4E44-9C4A-50D360F36CA2}"/>
              </a:ext>
            </a:extLst>
          </p:cNvPr>
          <p:cNvSpPr txBox="1"/>
          <p:nvPr/>
        </p:nvSpPr>
        <p:spPr>
          <a:xfrm>
            <a:off x="5343447" y="3798454"/>
            <a:ext cx="1158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0" name="Google Shape;1235;p136">
            <a:extLst>
              <a:ext uri="{FF2B5EF4-FFF2-40B4-BE49-F238E27FC236}">
                <a16:creationId xmlns:a16="http://schemas.microsoft.com/office/drawing/2014/main" id="{5F860D0D-6B33-3BE1-E468-1147B8396289}"/>
              </a:ext>
            </a:extLst>
          </p:cNvPr>
          <p:cNvCxnSpPr>
            <a:cxnSpLocks/>
          </p:cNvCxnSpPr>
          <p:nvPr/>
        </p:nvCxnSpPr>
        <p:spPr>
          <a:xfrm flipH="1">
            <a:off x="1828800" y="2826534"/>
            <a:ext cx="1414453" cy="68745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1" name="Google Shape;1236;p136">
            <a:extLst>
              <a:ext uri="{FF2B5EF4-FFF2-40B4-BE49-F238E27FC236}">
                <a16:creationId xmlns:a16="http://schemas.microsoft.com/office/drawing/2014/main" id="{F5AE72DB-42B7-CFE5-F0A9-A085AEC26EA7}"/>
              </a:ext>
            </a:extLst>
          </p:cNvPr>
          <p:cNvCxnSpPr>
            <a:cxnSpLocks/>
          </p:cNvCxnSpPr>
          <p:nvPr/>
        </p:nvCxnSpPr>
        <p:spPr>
          <a:xfrm>
            <a:off x="2014093" y="4429991"/>
            <a:ext cx="0" cy="35579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2" name="Google Shape;1237;p136">
            <a:extLst>
              <a:ext uri="{FF2B5EF4-FFF2-40B4-BE49-F238E27FC236}">
                <a16:creationId xmlns:a16="http://schemas.microsoft.com/office/drawing/2014/main" id="{468A5DB5-59A7-1C0E-E42C-538BFD2FD712}"/>
              </a:ext>
            </a:extLst>
          </p:cNvPr>
          <p:cNvSpPr txBox="1"/>
          <p:nvPr/>
        </p:nvSpPr>
        <p:spPr>
          <a:xfrm>
            <a:off x="1597299" y="4864197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3" name="Google Shape;1238;p136">
            <a:extLst>
              <a:ext uri="{FF2B5EF4-FFF2-40B4-BE49-F238E27FC236}">
                <a16:creationId xmlns:a16="http://schemas.microsoft.com/office/drawing/2014/main" id="{ADA20872-8A41-EFEB-A3EB-57EAB76B620E}"/>
              </a:ext>
            </a:extLst>
          </p:cNvPr>
          <p:cNvCxnSpPr>
            <a:cxnSpLocks/>
          </p:cNvCxnSpPr>
          <p:nvPr/>
        </p:nvCxnSpPr>
        <p:spPr>
          <a:xfrm>
            <a:off x="4516640" y="3036454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24" name="Google Shape;1239;p136">
            <a:extLst>
              <a:ext uri="{FF2B5EF4-FFF2-40B4-BE49-F238E27FC236}">
                <a16:creationId xmlns:a16="http://schemas.microsoft.com/office/drawing/2014/main" id="{91F449FE-3538-FBCD-E5B9-9F57DB9FFA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607" y="3615592"/>
            <a:ext cx="377100" cy="3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240;p136">
            <a:extLst>
              <a:ext uri="{FF2B5EF4-FFF2-40B4-BE49-F238E27FC236}">
                <a16:creationId xmlns:a16="http://schemas.microsoft.com/office/drawing/2014/main" id="{7775614B-4F60-BEEF-5502-FE364CF618BA}"/>
              </a:ext>
            </a:extLst>
          </p:cNvPr>
          <p:cNvSpPr txBox="1"/>
          <p:nvPr/>
        </p:nvSpPr>
        <p:spPr>
          <a:xfrm>
            <a:off x="800889" y="3942218"/>
            <a:ext cx="5528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309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ED0FA-FABC-1BC1-2701-2C577BDF2FC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245;p137">
            <a:extLst>
              <a:ext uri="{FF2B5EF4-FFF2-40B4-BE49-F238E27FC236}">
                <a16:creationId xmlns:a16="http://schemas.microsoft.com/office/drawing/2014/main" id="{A3472C1B-8D78-B8DD-B627-48C66D145175}"/>
              </a:ext>
            </a:extLst>
          </p:cNvPr>
          <p:cNvSpPr/>
          <p:nvPr/>
        </p:nvSpPr>
        <p:spPr>
          <a:xfrm>
            <a:off x="3110589" y="2161499"/>
            <a:ext cx="1282000" cy="7392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246;p137">
            <a:extLst>
              <a:ext uri="{FF2B5EF4-FFF2-40B4-BE49-F238E27FC236}">
                <a16:creationId xmlns:a16="http://schemas.microsoft.com/office/drawing/2014/main" id="{425D0E58-4EDB-6F80-0F93-574017AFC696}"/>
              </a:ext>
            </a:extLst>
          </p:cNvPr>
          <p:cNvSpPr/>
          <p:nvPr/>
        </p:nvSpPr>
        <p:spPr>
          <a:xfrm>
            <a:off x="1394200" y="3422918"/>
            <a:ext cx="1282000" cy="8548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47;p137">
            <a:extLst>
              <a:ext uri="{FF2B5EF4-FFF2-40B4-BE49-F238E27FC236}">
                <a16:creationId xmlns:a16="http://schemas.microsoft.com/office/drawing/2014/main" id="{1061A9D4-D5F9-233B-B2F0-1104C2821353}"/>
              </a:ext>
            </a:extLst>
          </p:cNvPr>
          <p:cNvSpPr/>
          <p:nvPr/>
        </p:nvSpPr>
        <p:spPr>
          <a:xfrm>
            <a:off x="1374300" y="4522517"/>
            <a:ext cx="1203600" cy="7976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" name="Google Shape;1248;p137">
            <a:extLst>
              <a:ext uri="{FF2B5EF4-FFF2-40B4-BE49-F238E27FC236}">
                <a16:creationId xmlns:a16="http://schemas.microsoft.com/office/drawing/2014/main" id="{65F7F97B-80A0-A724-B575-EE6EC1CB4AC5}"/>
              </a:ext>
            </a:extLst>
          </p:cNvPr>
          <p:cNvCxnSpPr>
            <a:cxnSpLocks/>
          </p:cNvCxnSpPr>
          <p:nvPr/>
        </p:nvCxnSpPr>
        <p:spPr>
          <a:xfrm flipV="1">
            <a:off x="1688065" y="4277718"/>
            <a:ext cx="0" cy="235754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7" name="Google Shape;1249;p137">
            <a:extLst>
              <a:ext uri="{FF2B5EF4-FFF2-40B4-BE49-F238E27FC236}">
                <a16:creationId xmlns:a16="http://schemas.microsoft.com/office/drawing/2014/main" id="{969588D9-78A5-2D52-8DE3-07F79DE15B8C}"/>
              </a:ext>
            </a:extLst>
          </p:cNvPr>
          <p:cNvCxnSpPr/>
          <p:nvPr/>
        </p:nvCxnSpPr>
        <p:spPr>
          <a:xfrm rot="10800000" flipH="1">
            <a:off x="1559299" y="2781063"/>
            <a:ext cx="1427200" cy="526000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8" name="Google Shape;1250;p137">
            <a:extLst>
              <a:ext uri="{FF2B5EF4-FFF2-40B4-BE49-F238E27FC236}">
                <a16:creationId xmlns:a16="http://schemas.microsoft.com/office/drawing/2014/main" id="{FFDFB9AD-D5A8-C9F6-2BFF-91DD62795F54}"/>
              </a:ext>
            </a:extLst>
          </p:cNvPr>
          <p:cNvSpPr txBox="1"/>
          <p:nvPr/>
        </p:nvSpPr>
        <p:spPr>
          <a:xfrm>
            <a:off x="7071360" y="3686857"/>
            <a:ext cx="4354800" cy="9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Moving from Data to home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RELATIVE PATH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Google Shape;1251;p137">
            <a:extLst>
              <a:ext uri="{FF2B5EF4-FFF2-40B4-BE49-F238E27FC236}">
                <a16:creationId xmlns:a16="http://schemas.microsoft.com/office/drawing/2014/main" id="{DEABEA76-21CE-5BC1-B6AE-03D19B72036B}"/>
              </a:ext>
            </a:extLst>
          </p:cNvPr>
          <p:cNvSpPr txBox="1"/>
          <p:nvPr/>
        </p:nvSpPr>
        <p:spPr>
          <a:xfrm>
            <a:off x="7860233" y="4945755"/>
            <a:ext cx="2777200" cy="52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../../</a:t>
            </a:r>
            <a:endParaRPr sz="2667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" name="Google Shape;1253;p137" descr="directory.png">
            <a:extLst>
              <a:ext uri="{FF2B5EF4-FFF2-40B4-BE49-F238E27FC236}">
                <a16:creationId xmlns:a16="http://schemas.microsoft.com/office/drawing/2014/main" id="{300F0863-BA14-1CD6-494A-AE1502EF5E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32067" y="4598652"/>
            <a:ext cx="854800" cy="79767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54;p137">
            <a:extLst>
              <a:ext uri="{FF2B5EF4-FFF2-40B4-BE49-F238E27FC236}">
                <a16:creationId xmlns:a16="http://schemas.microsoft.com/office/drawing/2014/main" id="{B7D0A049-1B92-4591-7436-7FB4F6CBE0DD}"/>
              </a:ext>
            </a:extLst>
          </p:cNvPr>
          <p:cNvSpPr txBox="1"/>
          <p:nvPr/>
        </p:nvSpPr>
        <p:spPr>
          <a:xfrm>
            <a:off x="3627079" y="4753361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New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2" name="Google Shape;1255;p137">
            <a:extLst>
              <a:ext uri="{FF2B5EF4-FFF2-40B4-BE49-F238E27FC236}">
                <a16:creationId xmlns:a16="http://schemas.microsoft.com/office/drawing/2014/main" id="{8D2A9BAC-B40D-CC9A-2C6B-B6963400CAAA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884932" y="4140171"/>
            <a:ext cx="1074535" cy="458481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3" name="Google Shape;1256;p137" descr="directory.png">
            <a:extLst>
              <a:ext uri="{FF2B5EF4-FFF2-40B4-BE49-F238E27FC236}">
                <a16:creationId xmlns:a16="http://schemas.microsoft.com/office/drawing/2014/main" id="{F1F2BADF-4489-8109-3BE8-8B6C724E39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8836" y="2133015"/>
            <a:ext cx="854800" cy="8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257;p137" descr="directory.png">
            <a:extLst>
              <a:ext uri="{FF2B5EF4-FFF2-40B4-BE49-F238E27FC236}">
                <a16:creationId xmlns:a16="http://schemas.microsoft.com/office/drawing/2014/main" id="{C2F36097-9CDF-C12E-8F27-6676154FB92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92917" y="4529387"/>
            <a:ext cx="916000" cy="85479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258;p137">
            <a:extLst>
              <a:ext uri="{FF2B5EF4-FFF2-40B4-BE49-F238E27FC236}">
                <a16:creationId xmlns:a16="http://schemas.microsoft.com/office/drawing/2014/main" id="{57AC98D8-6791-78E6-0374-EB6DE7B215EF}"/>
              </a:ext>
            </a:extLst>
          </p:cNvPr>
          <p:cNvSpPr txBox="1"/>
          <p:nvPr/>
        </p:nvSpPr>
        <p:spPr>
          <a:xfrm>
            <a:off x="3304213" y="2346498"/>
            <a:ext cx="969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6" name="Google Shape;1259;p137">
            <a:extLst>
              <a:ext uri="{FF2B5EF4-FFF2-40B4-BE49-F238E27FC236}">
                <a16:creationId xmlns:a16="http://schemas.microsoft.com/office/drawing/2014/main" id="{915106D3-20CF-BBE1-C8A7-5B06E0972283}"/>
              </a:ext>
            </a:extLst>
          </p:cNvPr>
          <p:cNvCxnSpPr/>
          <p:nvPr/>
        </p:nvCxnSpPr>
        <p:spPr>
          <a:xfrm flipH="1">
            <a:off x="4516667" y="1665778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7" name="Google Shape;1260;p137" descr="directory.png">
            <a:extLst>
              <a:ext uri="{FF2B5EF4-FFF2-40B4-BE49-F238E27FC236}">
                <a16:creationId xmlns:a16="http://schemas.microsoft.com/office/drawing/2014/main" id="{35770D8D-317F-2F00-BCE5-CF04A6EBB46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46637" y="3403155"/>
            <a:ext cx="1042711" cy="97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61;p137" descr="directory.png">
            <a:extLst>
              <a:ext uri="{FF2B5EF4-FFF2-40B4-BE49-F238E27FC236}">
                <a16:creationId xmlns:a16="http://schemas.microsoft.com/office/drawing/2014/main" id="{D892788B-A3A0-5BAA-D550-C5438AE67A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6471" y="3403155"/>
            <a:ext cx="916000" cy="9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262;p137" descr="directory.png">
            <a:extLst>
              <a:ext uri="{FF2B5EF4-FFF2-40B4-BE49-F238E27FC236}">
                <a16:creationId xmlns:a16="http://schemas.microsoft.com/office/drawing/2014/main" id="{65022235-2D69-5222-B3CC-54A570D7B6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70063" y="3403155"/>
            <a:ext cx="916000" cy="9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1263;p137">
            <a:extLst>
              <a:ext uri="{FF2B5EF4-FFF2-40B4-BE49-F238E27FC236}">
                <a16:creationId xmlns:a16="http://schemas.microsoft.com/office/drawing/2014/main" id="{04403583-FBBE-ADB5-9B53-C58EA2E53736}"/>
              </a:ext>
            </a:extLst>
          </p:cNvPr>
          <p:cNvCxnSpPr/>
          <p:nvPr/>
        </p:nvCxnSpPr>
        <p:spPr>
          <a:xfrm>
            <a:off x="3893493" y="2996738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1" name="Google Shape;1264;p137">
            <a:extLst>
              <a:ext uri="{FF2B5EF4-FFF2-40B4-BE49-F238E27FC236}">
                <a16:creationId xmlns:a16="http://schemas.microsoft.com/office/drawing/2014/main" id="{86463251-FFD5-563C-3DED-8E6D0CE9795C}"/>
              </a:ext>
            </a:extLst>
          </p:cNvPr>
          <p:cNvSpPr txBox="1"/>
          <p:nvPr/>
        </p:nvSpPr>
        <p:spPr>
          <a:xfrm>
            <a:off x="1449732" y="3687618"/>
            <a:ext cx="1435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2" name="Google Shape;1265;p137">
            <a:extLst>
              <a:ext uri="{FF2B5EF4-FFF2-40B4-BE49-F238E27FC236}">
                <a16:creationId xmlns:a16="http://schemas.microsoft.com/office/drawing/2014/main" id="{82A8A8F9-AD50-56B1-61C2-91BDD49078CE}"/>
              </a:ext>
            </a:extLst>
          </p:cNvPr>
          <p:cNvSpPr txBox="1"/>
          <p:nvPr/>
        </p:nvSpPr>
        <p:spPr>
          <a:xfrm>
            <a:off x="3427825" y="3687618"/>
            <a:ext cx="112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3" name="Google Shape;1266;p137">
            <a:extLst>
              <a:ext uri="{FF2B5EF4-FFF2-40B4-BE49-F238E27FC236}">
                <a16:creationId xmlns:a16="http://schemas.microsoft.com/office/drawing/2014/main" id="{9086B0A0-8505-66AF-34AF-59A8870282E3}"/>
              </a:ext>
            </a:extLst>
          </p:cNvPr>
          <p:cNvSpPr txBox="1"/>
          <p:nvPr/>
        </p:nvSpPr>
        <p:spPr>
          <a:xfrm>
            <a:off x="5343447" y="3687618"/>
            <a:ext cx="1158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4" name="Google Shape;1267;p137">
            <a:extLst>
              <a:ext uri="{FF2B5EF4-FFF2-40B4-BE49-F238E27FC236}">
                <a16:creationId xmlns:a16="http://schemas.microsoft.com/office/drawing/2014/main" id="{1224F8B5-A736-AA3B-687E-15026B599E1B}"/>
              </a:ext>
            </a:extLst>
          </p:cNvPr>
          <p:cNvCxnSpPr>
            <a:cxnSpLocks/>
          </p:cNvCxnSpPr>
          <p:nvPr/>
        </p:nvCxnSpPr>
        <p:spPr>
          <a:xfrm flipH="1">
            <a:off x="1828799" y="2946250"/>
            <a:ext cx="1254080" cy="44580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5" name="Google Shape;1268;p137">
            <a:extLst>
              <a:ext uri="{FF2B5EF4-FFF2-40B4-BE49-F238E27FC236}">
                <a16:creationId xmlns:a16="http://schemas.microsoft.com/office/drawing/2014/main" id="{DD557DE6-7F05-1A58-8864-571A0CA99CDC}"/>
              </a:ext>
            </a:extLst>
          </p:cNvPr>
          <p:cNvCxnSpPr>
            <a:cxnSpLocks/>
          </p:cNvCxnSpPr>
          <p:nvPr/>
        </p:nvCxnSpPr>
        <p:spPr>
          <a:xfrm>
            <a:off x="2067993" y="4279203"/>
            <a:ext cx="0" cy="234269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6" name="Google Shape;1269;p137">
            <a:extLst>
              <a:ext uri="{FF2B5EF4-FFF2-40B4-BE49-F238E27FC236}">
                <a16:creationId xmlns:a16="http://schemas.microsoft.com/office/drawing/2014/main" id="{D2D1F37A-5619-509E-28C7-6DA65942F65A}"/>
              </a:ext>
            </a:extLst>
          </p:cNvPr>
          <p:cNvSpPr txBox="1"/>
          <p:nvPr/>
        </p:nvSpPr>
        <p:spPr>
          <a:xfrm>
            <a:off x="1597299" y="4753361"/>
            <a:ext cx="83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5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7" name="Google Shape;1270;p137">
            <a:extLst>
              <a:ext uri="{FF2B5EF4-FFF2-40B4-BE49-F238E27FC236}">
                <a16:creationId xmlns:a16="http://schemas.microsoft.com/office/drawing/2014/main" id="{0796599F-9CC0-B0DA-6C2E-97CCBBDA4F0D}"/>
              </a:ext>
            </a:extLst>
          </p:cNvPr>
          <p:cNvCxnSpPr/>
          <p:nvPr/>
        </p:nvCxnSpPr>
        <p:spPr>
          <a:xfrm>
            <a:off x="4516640" y="2925618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28" name="Google Shape;1271;p137">
            <a:extLst>
              <a:ext uri="{FF2B5EF4-FFF2-40B4-BE49-F238E27FC236}">
                <a16:creationId xmlns:a16="http://schemas.microsoft.com/office/drawing/2014/main" id="{604A6BC5-44F2-28E2-D524-70BDDBFAAAD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607" y="3504756"/>
            <a:ext cx="377100" cy="3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272;p137">
            <a:extLst>
              <a:ext uri="{FF2B5EF4-FFF2-40B4-BE49-F238E27FC236}">
                <a16:creationId xmlns:a16="http://schemas.microsoft.com/office/drawing/2014/main" id="{E3450F8F-5F5A-C0D3-7F56-491B7DA54C1F}"/>
              </a:ext>
            </a:extLst>
          </p:cNvPr>
          <p:cNvSpPr txBox="1"/>
          <p:nvPr/>
        </p:nvSpPr>
        <p:spPr>
          <a:xfrm>
            <a:off x="800889" y="3831382"/>
            <a:ext cx="5528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086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DE5CC3-692F-9740-A71F-8D07B27E22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22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1277;p138">
            <a:extLst>
              <a:ext uri="{FF2B5EF4-FFF2-40B4-BE49-F238E27FC236}">
                <a16:creationId xmlns:a16="http://schemas.microsoft.com/office/drawing/2014/main" id="{E986DD0A-ABF7-09F5-6982-6ABBD764EF42}"/>
              </a:ext>
            </a:extLst>
          </p:cNvPr>
          <p:cNvSpPr txBox="1"/>
          <p:nvPr/>
        </p:nvSpPr>
        <p:spPr>
          <a:xfrm>
            <a:off x="-234080" y="1275400"/>
            <a:ext cx="11938400" cy="4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r>
              <a:rPr lang="en-GB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Relative paths will always change </a:t>
            </a:r>
            <a:endParaRPr sz="4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r>
              <a:rPr lang="en-GB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depending on your location.</a:t>
            </a:r>
            <a:endParaRPr sz="4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endParaRPr sz="4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r>
              <a:rPr lang="en-GB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 alternative is ABSOLUTE paths. </a:t>
            </a:r>
            <a:endParaRPr sz="4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lnSpc>
                <a:spcPct val="80000"/>
              </a:lnSpc>
              <a:buClr>
                <a:srgbClr val="000000"/>
              </a:buClr>
              <a:buSzPts val="3409"/>
            </a:pPr>
            <a:r>
              <a:rPr lang="en-GB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These always start from root and will never change.</a:t>
            </a:r>
            <a:endParaRPr sz="4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6" name="Google Shape;1278;p138">
            <a:extLst>
              <a:ext uri="{FF2B5EF4-FFF2-40B4-BE49-F238E27FC236}">
                <a16:creationId xmlns:a16="http://schemas.microsoft.com/office/drawing/2014/main" id="{6E943FEB-27DF-6F10-9361-198D0715F6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1196" y="1487163"/>
            <a:ext cx="1477467" cy="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79;p138">
            <a:extLst>
              <a:ext uri="{FF2B5EF4-FFF2-40B4-BE49-F238E27FC236}">
                <a16:creationId xmlns:a16="http://schemas.microsoft.com/office/drawing/2014/main" id="{E1A8E82A-41CB-98AC-55F0-E0C5C222A94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53416" y="4870963"/>
            <a:ext cx="1477467" cy="923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32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2D461A-DA6F-8398-6A5F-865ECBD689B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23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oogle Shape;1285;p139" descr="directory.png">
            <a:extLst>
              <a:ext uri="{FF2B5EF4-FFF2-40B4-BE49-F238E27FC236}">
                <a16:creationId xmlns:a16="http://schemas.microsoft.com/office/drawing/2014/main" id="{D6832A20-255D-61A2-5915-D0F39730B50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73583" y="2350294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86;p139">
            <a:extLst>
              <a:ext uri="{FF2B5EF4-FFF2-40B4-BE49-F238E27FC236}">
                <a16:creationId xmlns:a16="http://schemas.microsoft.com/office/drawing/2014/main" id="{9F457843-DF12-57CE-449F-E414C4E6B250}"/>
              </a:ext>
            </a:extLst>
          </p:cNvPr>
          <p:cNvSpPr txBox="1"/>
          <p:nvPr/>
        </p:nvSpPr>
        <p:spPr>
          <a:xfrm>
            <a:off x="10579947" y="2189146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87;p139">
            <a:extLst>
              <a:ext uri="{FF2B5EF4-FFF2-40B4-BE49-F238E27FC236}">
                <a16:creationId xmlns:a16="http://schemas.microsoft.com/office/drawing/2014/main" id="{BED7A4D9-1543-4722-B412-3BFCA2D997B5}"/>
              </a:ext>
            </a:extLst>
          </p:cNvPr>
          <p:cNvSpPr txBox="1"/>
          <p:nvPr/>
        </p:nvSpPr>
        <p:spPr>
          <a:xfrm>
            <a:off x="6895212" y="4190285"/>
            <a:ext cx="4354800" cy="9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Moving from Data to New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ABSOLUTE PATH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1288;p139">
            <a:extLst>
              <a:ext uri="{FF2B5EF4-FFF2-40B4-BE49-F238E27FC236}">
                <a16:creationId xmlns:a16="http://schemas.microsoft.com/office/drawing/2014/main" id="{3CFC2A6D-3F3B-D8D7-2EAB-A7CD4F22A738}"/>
              </a:ext>
            </a:extLst>
          </p:cNvPr>
          <p:cNvSpPr txBox="1"/>
          <p:nvPr/>
        </p:nvSpPr>
        <p:spPr>
          <a:xfrm>
            <a:off x="6554933" y="5172239"/>
            <a:ext cx="5035200" cy="586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GB" sz="2667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/home/genomics/New</a:t>
            </a:r>
            <a:endParaRPr sz="2667" dirty="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" name="Google Shape;1290;p139" descr="directory.png">
            <a:extLst>
              <a:ext uri="{FF2B5EF4-FFF2-40B4-BE49-F238E27FC236}">
                <a16:creationId xmlns:a16="http://schemas.microsoft.com/office/drawing/2014/main" id="{F4A49C23-DB58-6FAB-555A-CD11E4AD99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902645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91;p139" descr="directory.png">
            <a:extLst>
              <a:ext uri="{FF2B5EF4-FFF2-40B4-BE49-F238E27FC236}">
                <a16:creationId xmlns:a16="http://schemas.microsoft.com/office/drawing/2014/main" id="{7D40C001-1457-ED7B-F0EC-7908A97453C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2370878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92;p139" descr="directory.png">
            <a:extLst>
              <a:ext uri="{FF2B5EF4-FFF2-40B4-BE49-F238E27FC236}">
                <a16:creationId xmlns:a16="http://schemas.microsoft.com/office/drawing/2014/main" id="{C2A46A30-F7F3-14BE-35ED-8C43ADB25EC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8100" y="5210245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93;p139" descr="directory.png">
            <a:extLst>
              <a:ext uri="{FF2B5EF4-FFF2-40B4-BE49-F238E27FC236}">
                <a16:creationId xmlns:a16="http://schemas.microsoft.com/office/drawing/2014/main" id="{6A6A3E84-647F-BCD4-C6EC-609FAC7D1EB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416247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94;p139" descr="directory.png">
            <a:extLst>
              <a:ext uri="{FF2B5EF4-FFF2-40B4-BE49-F238E27FC236}">
                <a16:creationId xmlns:a16="http://schemas.microsoft.com/office/drawing/2014/main" id="{36B8DA9D-418C-6A68-A2A0-02CB45DB07B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747215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95;p139" descr="directory.png">
            <a:extLst>
              <a:ext uri="{FF2B5EF4-FFF2-40B4-BE49-F238E27FC236}">
                <a16:creationId xmlns:a16="http://schemas.microsoft.com/office/drawing/2014/main" id="{2EA07156-3647-62CC-2CCF-8A4D63A373C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747211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296;p139" descr="directory.png">
            <a:extLst>
              <a:ext uri="{FF2B5EF4-FFF2-40B4-BE49-F238E27FC236}">
                <a16:creationId xmlns:a16="http://schemas.microsoft.com/office/drawing/2014/main" id="{89A92DDD-6B5E-0057-6B1A-E26621DA040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747211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297;p139">
            <a:extLst>
              <a:ext uri="{FF2B5EF4-FFF2-40B4-BE49-F238E27FC236}">
                <a16:creationId xmlns:a16="http://schemas.microsoft.com/office/drawing/2014/main" id="{3FE8A13E-64E6-2F74-7F29-6C1F5B674A73}"/>
              </a:ext>
            </a:extLst>
          </p:cNvPr>
          <p:cNvSpPr txBox="1"/>
          <p:nvPr/>
        </p:nvSpPr>
        <p:spPr>
          <a:xfrm>
            <a:off x="5892800" y="1207198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1298;p139">
            <a:extLst>
              <a:ext uri="{FF2B5EF4-FFF2-40B4-BE49-F238E27FC236}">
                <a16:creationId xmlns:a16="http://schemas.microsoft.com/office/drawing/2014/main" id="{66192E96-7FA7-1991-8308-EB294FC5930C}"/>
              </a:ext>
            </a:extLst>
          </p:cNvPr>
          <p:cNvSpPr txBox="1"/>
          <p:nvPr/>
        </p:nvSpPr>
        <p:spPr>
          <a:xfrm>
            <a:off x="2831253" y="2741358"/>
            <a:ext cx="970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1299;p139">
            <a:extLst>
              <a:ext uri="{FF2B5EF4-FFF2-40B4-BE49-F238E27FC236}">
                <a16:creationId xmlns:a16="http://schemas.microsoft.com/office/drawing/2014/main" id="{FCA34D6C-78D1-DEA7-CD53-216DF36A01DE}"/>
              </a:ext>
            </a:extLst>
          </p:cNvPr>
          <p:cNvSpPr txBox="1"/>
          <p:nvPr/>
        </p:nvSpPr>
        <p:spPr>
          <a:xfrm>
            <a:off x="5784427" y="2741358"/>
            <a:ext cx="6404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1300;p139">
            <a:extLst>
              <a:ext uri="{FF2B5EF4-FFF2-40B4-BE49-F238E27FC236}">
                <a16:creationId xmlns:a16="http://schemas.microsoft.com/office/drawing/2014/main" id="{EBC1DE89-26B5-6E3C-28AE-FD69165EF0E0}"/>
              </a:ext>
            </a:extLst>
          </p:cNvPr>
          <p:cNvSpPr txBox="1"/>
          <p:nvPr/>
        </p:nvSpPr>
        <p:spPr>
          <a:xfrm>
            <a:off x="8547947" y="2741358"/>
            <a:ext cx="5492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Google Shape;1301;p139">
            <a:extLst>
              <a:ext uri="{FF2B5EF4-FFF2-40B4-BE49-F238E27FC236}">
                <a16:creationId xmlns:a16="http://schemas.microsoft.com/office/drawing/2014/main" id="{D4F12530-829C-0031-63F2-1883C8FA051F}"/>
              </a:ext>
            </a:extLst>
          </p:cNvPr>
          <p:cNvCxnSpPr/>
          <p:nvPr/>
        </p:nvCxnSpPr>
        <p:spPr>
          <a:xfrm flipH="1">
            <a:off x="3806453" y="1657887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19" name="Google Shape;1302;p139">
            <a:extLst>
              <a:ext uri="{FF2B5EF4-FFF2-40B4-BE49-F238E27FC236}">
                <a16:creationId xmlns:a16="http://schemas.microsoft.com/office/drawing/2014/main" id="{346109F6-E5AD-DCB7-1118-BA427B8FB8E4}"/>
              </a:ext>
            </a:extLst>
          </p:cNvPr>
          <p:cNvCxnSpPr/>
          <p:nvPr/>
        </p:nvCxnSpPr>
        <p:spPr>
          <a:xfrm>
            <a:off x="6718383" y="1824920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0" name="Google Shape;1303;p139">
            <a:extLst>
              <a:ext uri="{FF2B5EF4-FFF2-40B4-BE49-F238E27FC236}">
                <a16:creationId xmlns:a16="http://schemas.microsoft.com/office/drawing/2014/main" id="{2D6B7E8D-EB6B-4544-527B-55A41BA6F523}"/>
              </a:ext>
            </a:extLst>
          </p:cNvPr>
          <p:cNvCxnSpPr/>
          <p:nvPr/>
        </p:nvCxnSpPr>
        <p:spPr>
          <a:xfrm>
            <a:off x="6031527" y="192734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1" name="Google Shape;1304;p139">
            <a:extLst>
              <a:ext uri="{FF2B5EF4-FFF2-40B4-BE49-F238E27FC236}">
                <a16:creationId xmlns:a16="http://schemas.microsoft.com/office/drawing/2014/main" id="{02DEDB6C-9BE4-5FB9-B3D0-B62FECAA78D3}"/>
              </a:ext>
            </a:extLst>
          </p:cNvPr>
          <p:cNvCxnSpPr/>
          <p:nvPr/>
        </p:nvCxnSpPr>
        <p:spPr>
          <a:xfrm>
            <a:off x="6816744" y="1625070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2" name="Google Shape;1305;p139">
            <a:extLst>
              <a:ext uri="{FF2B5EF4-FFF2-40B4-BE49-F238E27FC236}">
                <a16:creationId xmlns:a16="http://schemas.microsoft.com/office/drawing/2014/main" id="{F8E45996-28C5-1E36-A8C1-9EC979DF9C4A}"/>
              </a:ext>
            </a:extLst>
          </p:cNvPr>
          <p:cNvSpPr txBox="1"/>
          <p:nvPr/>
        </p:nvSpPr>
        <p:spPr>
          <a:xfrm>
            <a:off x="10579947" y="2189146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 dirty="0"/>
          </a:p>
        </p:txBody>
      </p:sp>
      <p:cxnSp>
        <p:nvCxnSpPr>
          <p:cNvPr id="23" name="Google Shape;1306;p139">
            <a:extLst>
              <a:ext uri="{FF2B5EF4-FFF2-40B4-BE49-F238E27FC236}">
                <a16:creationId xmlns:a16="http://schemas.microsoft.com/office/drawing/2014/main" id="{933D5415-1A4E-2FEE-16D5-CCF73112C4B9}"/>
              </a:ext>
            </a:extLst>
          </p:cNvPr>
          <p:cNvCxnSpPr/>
          <p:nvPr/>
        </p:nvCxnSpPr>
        <p:spPr>
          <a:xfrm>
            <a:off x="3270501" y="337557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4" name="Google Shape;1307;p139">
            <a:extLst>
              <a:ext uri="{FF2B5EF4-FFF2-40B4-BE49-F238E27FC236}">
                <a16:creationId xmlns:a16="http://schemas.microsoft.com/office/drawing/2014/main" id="{0A202DDD-7EF8-DB8F-93F7-C9CA3B73F7F7}"/>
              </a:ext>
            </a:extLst>
          </p:cNvPr>
          <p:cNvSpPr txBox="1"/>
          <p:nvPr/>
        </p:nvSpPr>
        <p:spPr>
          <a:xfrm>
            <a:off x="915847" y="4082478"/>
            <a:ext cx="1435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1308;p139">
            <a:extLst>
              <a:ext uri="{FF2B5EF4-FFF2-40B4-BE49-F238E27FC236}">
                <a16:creationId xmlns:a16="http://schemas.microsoft.com/office/drawing/2014/main" id="{F542D90C-23B0-38FA-BF5E-76591B20F874}"/>
              </a:ext>
            </a:extLst>
          </p:cNvPr>
          <p:cNvSpPr txBox="1"/>
          <p:nvPr/>
        </p:nvSpPr>
        <p:spPr>
          <a:xfrm>
            <a:off x="2756415" y="4082478"/>
            <a:ext cx="1123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Google Shape;1309;p139">
            <a:extLst>
              <a:ext uri="{FF2B5EF4-FFF2-40B4-BE49-F238E27FC236}">
                <a16:creationId xmlns:a16="http://schemas.microsoft.com/office/drawing/2014/main" id="{C25CACC5-9A28-97C0-6317-EB0D21748FA3}"/>
              </a:ext>
            </a:extLst>
          </p:cNvPr>
          <p:cNvSpPr txBox="1"/>
          <p:nvPr/>
        </p:nvSpPr>
        <p:spPr>
          <a:xfrm>
            <a:off x="4462815" y="4082478"/>
            <a:ext cx="1158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7" name="Google Shape;1310;p139">
            <a:extLst>
              <a:ext uri="{FF2B5EF4-FFF2-40B4-BE49-F238E27FC236}">
                <a16:creationId xmlns:a16="http://schemas.microsoft.com/office/drawing/2014/main" id="{84E960E0-D15D-2943-CE09-F207D5DC70CB}"/>
              </a:ext>
            </a:extLst>
          </p:cNvPr>
          <p:cNvCxnSpPr/>
          <p:nvPr/>
        </p:nvCxnSpPr>
        <p:spPr>
          <a:xfrm flipH="1">
            <a:off x="1118591" y="3083238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8" name="Google Shape;1311;p139">
            <a:extLst>
              <a:ext uri="{FF2B5EF4-FFF2-40B4-BE49-F238E27FC236}">
                <a16:creationId xmlns:a16="http://schemas.microsoft.com/office/drawing/2014/main" id="{922F9D47-B928-A14D-7A6D-6FC0D9F51835}"/>
              </a:ext>
            </a:extLst>
          </p:cNvPr>
          <p:cNvCxnSpPr>
            <a:cxnSpLocks/>
          </p:cNvCxnSpPr>
          <p:nvPr/>
        </p:nvCxnSpPr>
        <p:spPr>
          <a:xfrm>
            <a:off x="3880894" y="3142678"/>
            <a:ext cx="1268811" cy="60453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9" name="Google Shape;1313;p139">
            <a:extLst>
              <a:ext uri="{FF2B5EF4-FFF2-40B4-BE49-F238E27FC236}">
                <a16:creationId xmlns:a16="http://schemas.microsoft.com/office/drawing/2014/main" id="{621EB6A6-FE3D-84F3-7DD8-8427C64F6382}"/>
              </a:ext>
            </a:extLst>
          </p:cNvPr>
          <p:cNvCxnSpPr/>
          <p:nvPr/>
        </p:nvCxnSpPr>
        <p:spPr>
          <a:xfrm>
            <a:off x="1624871" y="4872986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0" name="Google Shape;1314;p139" descr="directory.png">
            <a:extLst>
              <a:ext uri="{FF2B5EF4-FFF2-40B4-BE49-F238E27FC236}">
                <a16:creationId xmlns:a16="http://schemas.microsoft.com/office/drawing/2014/main" id="{9B2C417D-30B6-040B-488A-68DB27747E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33" y="5210245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315;p139">
            <a:extLst>
              <a:ext uri="{FF2B5EF4-FFF2-40B4-BE49-F238E27FC236}">
                <a16:creationId xmlns:a16="http://schemas.microsoft.com/office/drawing/2014/main" id="{8118A272-3B70-9505-198C-FBB5A553378B}"/>
              </a:ext>
            </a:extLst>
          </p:cNvPr>
          <p:cNvSpPr txBox="1"/>
          <p:nvPr/>
        </p:nvSpPr>
        <p:spPr>
          <a:xfrm>
            <a:off x="1276572" y="5528770"/>
            <a:ext cx="833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4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Google Shape;1316;p139">
            <a:extLst>
              <a:ext uri="{FF2B5EF4-FFF2-40B4-BE49-F238E27FC236}">
                <a16:creationId xmlns:a16="http://schemas.microsoft.com/office/drawing/2014/main" id="{CF84B729-4BB7-7404-1ECA-2E200D6D0F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394889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1317;p139">
            <a:extLst>
              <a:ext uri="{FF2B5EF4-FFF2-40B4-BE49-F238E27FC236}">
                <a16:creationId xmlns:a16="http://schemas.microsoft.com/office/drawing/2014/main" id="{13A4B549-4DF9-197B-1306-EAC605C5F952}"/>
              </a:ext>
            </a:extLst>
          </p:cNvPr>
          <p:cNvSpPr txBox="1"/>
          <p:nvPr/>
        </p:nvSpPr>
        <p:spPr>
          <a:xfrm>
            <a:off x="191363" y="4275517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sp>
        <p:nvSpPr>
          <p:cNvPr id="34" name="Google Shape;1318;p139">
            <a:extLst>
              <a:ext uri="{FF2B5EF4-FFF2-40B4-BE49-F238E27FC236}">
                <a16:creationId xmlns:a16="http://schemas.microsoft.com/office/drawing/2014/main" id="{18B88F76-877F-2746-5B5A-CFBB28009072}"/>
              </a:ext>
            </a:extLst>
          </p:cNvPr>
          <p:cNvSpPr txBox="1"/>
          <p:nvPr/>
        </p:nvSpPr>
        <p:spPr>
          <a:xfrm>
            <a:off x="3171915" y="5565845"/>
            <a:ext cx="1158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New</a:t>
            </a:r>
            <a:endParaRPr sz="24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35" name="Google Shape;1319;p139">
            <a:extLst>
              <a:ext uri="{FF2B5EF4-FFF2-40B4-BE49-F238E27FC236}">
                <a16:creationId xmlns:a16="http://schemas.microsoft.com/office/drawing/2014/main" id="{5CDCF387-A919-313E-5A33-245A3F36C669}"/>
              </a:ext>
            </a:extLst>
          </p:cNvPr>
          <p:cNvCxnSpPr>
            <a:cxnSpLocks/>
          </p:cNvCxnSpPr>
          <p:nvPr/>
        </p:nvCxnSpPr>
        <p:spPr>
          <a:xfrm>
            <a:off x="2119067" y="4812811"/>
            <a:ext cx="1353296" cy="450574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6" name="Google Shape;1320;p139">
            <a:extLst>
              <a:ext uri="{FF2B5EF4-FFF2-40B4-BE49-F238E27FC236}">
                <a16:creationId xmlns:a16="http://schemas.microsoft.com/office/drawing/2014/main" id="{972EABAB-F0A7-73EF-2AF5-70D9A6CCF08D}"/>
              </a:ext>
            </a:extLst>
          </p:cNvPr>
          <p:cNvSpPr/>
          <p:nvPr/>
        </p:nvSpPr>
        <p:spPr>
          <a:xfrm>
            <a:off x="1950167" y="5237045"/>
            <a:ext cx="1440000" cy="3288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E36C09"/>
          </a:solidFill>
          <a:ln w="9525" cap="flat" cmpd="sng">
            <a:solidFill>
              <a:srgbClr val="E46C0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2851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2A2FA-1EF8-5A47-B5A3-672F91A417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325;p140">
            <a:extLst>
              <a:ext uri="{FF2B5EF4-FFF2-40B4-BE49-F238E27FC236}">
                <a16:creationId xmlns:a16="http://schemas.microsoft.com/office/drawing/2014/main" id="{D661C997-8EEF-8548-F21A-08A1C3383DEF}"/>
              </a:ext>
            </a:extLst>
          </p:cNvPr>
          <p:cNvSpPr/>
          <p:nvPr/>
        </p:nvSpPr>
        <p:spPr>
          <a:xfrm>
            <a:off x="5397300" y="1027337"/>
            <a:ext cx="1282000" cy="10036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326;p140">
            <a:extLst>
              <a:ext uri="{FF2B5EF4-FFF2-40B4-BE49-F238E27FC236}">
                <a16:creationId xmlns:a16="http://schemas.microsoft.com/office/drawing/2014/main" id="{4D0F7AF7-74FD-1E84-39E5-ADEBBB08B276}"/>
              </a:ext>
            </a:extLst>
          </p:cNvPr>
          <p:cNvSpPr/>
          <p:nvPr/>
        </p:nvSpPr>
        <p:spPr>
          <a:xfrm>
            <a:off x="2650100" y="2547238"/>
            <a:ext cx="1282000" cy="10036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327;p140">
            <a:extLst>
              <a:ext uri="{FF2B5EF4-FFF2-40B4-BE49-F238E27FC236}">
                <a16:creationId xmlns:a16="http://schemas.microsoft.com/office/drawing/2014/main" id="{F0F4DF91-9E36-1848-A05A-54A7D7CA19CA}"/>
              </a:ext>
            </a:extLst>
          </p:cNvPr>
          <p:cNvSpPr/>
          <p:nvPr/>
        </p:nvSpPr>
        <p:spPr>
          <a:xfrm>
            <a:off x="989467" y="3862974"/>
            <a:ext cx="1340400" cy="11580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328;p140">
            <a:extLst>
              <a:ext uri="{FF2B5EF4-FFF2-40B4-BE49-F238E27FC236}">
                <a16:creationId xmlns:a16="http://schemas.microsoft.com/office/drawing/2014/main" id="{AF5B0C16-5A38-C559-EB25-81C7C1AEFE72}"/>
              </a:ext>
            </a:extLst>
          </p:cNvPr>
          <p:cNvSpPr/>
          <p:nvPr/>
        </p:nvSpPr>
        <p:spPr>
          <a:xfrm>
            <a:off x="2929700" y="5355915"/>
            <a:ext cx="1340400" cy="10856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Google Shape;1329;p140">
            <a:extLst>
              <a:ext uri="{FF2B5EF4-FFF2-40B4-BE49-F238E27FC236}">
                <a16:creationId xmlns:a16="http://schemas.microsoft.com/office/drawing/2014/main" id="{ECD83AD0-E608-D14C-D8F5-54F7F53D7F51}"/>
              </a:ext>
            </a:extLst>
          </p:cNvPr>
          <p:cNvCxnSpPr/>
          <p:nvPr/>
        </p:nvCxnSpPr>
        <p:spPr>
          <a:xfrm flipH="1">
            <a:off x="3789715" y="1890533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8" name="Google Shape;1330;p140">
            <a:extLst>
              <a:ext uri="{FF2B5EF4-FFF2-40B4-BE49-F238E27FC236}">
                <a16:creationId xmlns:a16="http://schemas.microsoft.com/office/drawing/2014/main" id="{28487341-B1FB-F065-41A0-850C8AB0B103}"/>
              </a:ext>
            </a:extLst>
          </p:cNvPr>
          <p:cNvCxnSpPr/>
          <p:nvPr/>
        </p:nvCxnSpPr>
        <p:spPr>
          <a:xfrm flipH="1">
            <a:off x="1351572" y="3392341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9" name="Google Shape;1331;p140">
            <a:extLst>
              <a:ext uri="{FF2B5EF4-FFF2-40B4-BE49-F238E27FC236}">
                <a16:creationId xmlns:a16="http://schemas.microsoft.com/office/drawing/2014/main" id="{2B9EF1F7-2B02-33A6-F2DC-E92C69784089}"/>
              </a:ext>
            </a:extLst>
          </p:cNvPr>
          <p:cNvCxnSpPr/>
          <p:nvPr/>
        </p:nvCxnSpPr>
        <p:spPr>
          <a:xfrm>
            <a:off x="2368218" y="4962824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0" name="Google Shape;1332;p140">
            <a:extLst>
              <a:ext uri="{FF2B5EF4-FFF2-40B4-BE49-F238E27FC236}">
                <a16:creationId xmlns:a16="http://schemas.microsoft.com/office/drawing/2014/main" id="{2E89F976-88DF-4699-1683-48839E8228E4}"/>
              </a:ext>
            </a:extLst>
          </p:cNvPr>
          <p:cNvSpPr txBox="1"/>
          <p:nvPr/>
        </p:nvSpPr>
        <p:spPr>
          <a:xfrm>
            <a:off x="10579947" y="2313842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333;p140">
            <a:extLst>
              <a:ext uri="{FF2B5EF4-FFF2-40B4-BE49-F238E27FC236}">
                <a16:creationId xmlns:a16="http://schemas.microsoft.com/office/drawing/2014/main" id="{F1D6BFAC-641E-E535-4968-818B4C9F27B0}"/>
              </a:ext>
            </a:extLst>
          </p:cNvPr>
          <p:cNvSpPr txBox="1"/>
          <p:nvPr/>
        </p:nvSpPr>
        <p:spPr>
          <a:xfrm>
            <a:off x="128829" y="4198538"/>
            <a:ext cx="5528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334;p140">
            <a:extLst>
              <a:ext uri="{FF2B5EF4-FFF2-40B4-BE49-F238E27FC236}">
                <a16:creationId xmlns:a16="http://schemas.microsoft.com/office/drawing/2014/main" id="{4D6DC611-85A8-1D12-6030-835ADB359DFD}"/>
              </a:ext>
            </a:extLst>
          </p:cNvPr>
          <p:cNvSpPr txBox="1"/>
          <p:nvPr/>
        </p:nvSpPr>
        <p:spPr>
          <a:xfrm>
            <a:off x="7185251" y="4326803"/>
            <a:ext cx="4354800" cy="9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Moving from Data to New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ABSOLUTE PATH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" name="Google Shape;1335;p140">
            <a:extLst>
              <a:ext uri="{FF2B5EF4-FFF2-40B4-BE49-F238E27FC236}">
                <a16:creationId xmlns:a16="http://schemas.microsoft.com/office/drawing/2014/main" id="{ED0F032D-826F-FE71-2D74-FEFAD70F8B20}"/>
              </a:ext>
            </a:extLst>
          </p:cNvPr>
          <p:cNvSpPr txBox="1"/>
          <p:nvPr/>
        </p:nvSpPr>
        <p:spPr>
          <a:xfrm>
            <a:off x="6554933" y="5296937"/>
            <a:ext cx="5035200" cy="50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/home/genomics/New</a:t>
            </a:r>
            <a:endParaRPr sz="2667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" name="Google Shape;1337;p140" descr="directory.png">
            <a:extLst>
              <a:ext uri="{FF2B5EF4-FFF2-40B4-BE49-F238E27FC236}">
                <a16:creationId xmlns:a16="http://schemas.microsoft.com/office/drawing/2014/main" id="{1643542A-210E-4D2E-C3F0-DAF9D0218B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73583" y="2474990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338;p140">
            <a:extLst>
              <a:ext uri="{FF2B5EF4-FFF2-40B4-BE49-F238E27FC236}">
                <a16:creationId xmlns:a16="http://schemas.microsoft.com/office/drawing/2014/main" id="{0A453846-AAB7-1937-D5EC-0966B4C14178}"/>
              </a:ext>
            </a:extLst>
          </p:cNvPr>
          <p:cNvSpPr txBox="1"/>
          <p:nvPr/>
        </p:nvSpPr>
        <p:spPr>
          <a:xfrm>
            <a:off x="10579947" y="2313842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340;p140" descr="directory.png">
            <a:extLst>
              <a:ext uri="{FF2B5EF4-FFF2-40B4-BE49-F238E27FC236}">
                <a16:creationId xmlns:a16="http://schemas.microsoft.com/office/drawing/2014/main" id="{2D47EC5C-FA91-548A-B34B-453DE8D6E3B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1027341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341;p140" descr="directory.png">
            <a:extLst>
              <a:ext uri="{FF2B5EF4-FFF2-40B4-BE49-F238E27FC236}">
                <a16:creationId xmlns:a16="http://schemas.microsoft.com/office/drawing/2014/main" id="{87C23A90-71C9-4156-7BA9-D830E84DA94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2495574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342;p140" descr="directory.png">
            <a:extLst>
              <a:ext uri="{FF2B5EF4-FFF2-40B4-BE49-F238E27FC236}">
                <a16:creationId xmlns:a16="http://schemas.microsoft.com/office/drawing/2014/main" id="{53B6E3CF-F528-1705-E6B7-6B3666D5394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8100" y="5334941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43;p140" descr="directory.png">
            <a:extLst>
              <a:ext uri="{FF2B5EF4-FFF2-40B4-BE49-F238E27FC236}">
                <a16:creationId xmlns:a16="http://schemas.microsoft.com/office/drawing/2014/main" id="{79DDAF3C-69A7-B448-E6B6-25B71A8E6D0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540943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344;p140" descr="directory.png">
            <a:extLst>
              <a:ext uri="{FF2B5EF4-FFF2-40B4-BE49-F238E27FC236}">
                <a16:creationId xmlns:a16="http://schemas.microsoft.com/office/drawing/2014/main" id="{413F5A4A-9B83-B04C-6E49-CF90FBCB92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871911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45;p140" descr="directory.png">
            <a:extLst>
              <a:ext uri="{FF2B5EF4-FFF2-40B4-BE49-F238E27FC236}">
                <a16:creationId xmlns:a16="http://schemas.microsoft.com/office/drawing/2014/main" id="{23997E62-E4EC-1167-3280-A60D47858FF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871907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46;p140" descr="directory.png">
            <a:extLst>
              <a:ext uri="{FF2B5EF4-FFF2-40B4-BE49-F238E27FC236}">
                <a16:creationId xmlns:a16="http://schemas.microsoft.com/office/drawing/2014/main" id="{C451CEAC-35F4-9AC1-79A8-5E9355CFBA9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871907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347;p140">
            <a:extLst>
              <a:ext uri="{FF2B5EF4-FFF2-40B4-BE49-F238E27FC236}">
                <a16:creationId xmlns:a16="http://schemas.microsoft.com/office/drawing/2014/main" id="{E111CB9C-47C0-DBF2-6229-0867C1EB1B54}"/>
              </a:ext>
            </a:extLst>
          </p:cNvPr>
          <p:cNvSpPr txBox="1"/>
          <p:nvPr/>
        </p:nvSpPr>
        <p:spPr>
          <a:xfrm>
            <a:off x="5892800" y="1331894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24" name="Google Shape;1348;p140">
            <a:extLst>
              <a:ext uri="{FF2B5EF4-FFF2-40B4-BE49-F238E27FC236}">
                <a16:creationId xmlns:a16="http://schemas.microsoft.com/office/drawing/2014/main" id="{23B9A3B1-27A1-C7B9-CB0E-56DA07BC0180}"/>
              </a:ext>
            </a:extLst>
          </p:cNvPr>
          <p:cNvSpPr txBox="1"/>
          <p:nvPr/>
        </p:nvSpPr>
        <p:spPr>
          <a:xfrm>
            <a:off x="2831253" y="2866054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1349;p140">
            <a:extLst>
              <a:ext uri="{FF2B5EF4-FFF2-40B4-BE49-F238E27FC236}">
                <a16:creationId xmlns:a16="http://schemas.microsoft.com/office/drawing/2014/main" id="{01B0811C-A8B5-40A0-534E-CA7EC115A6C9}"/>
              </a:ext>
            </a:extLst>
          </p:cNvPr>
          <p:cNvSpPr txBox="1"/>
          <p:nvPr/>
        </p:nvSpPr>
        <p:spPr>
          <a:xfrm>
            <a:off x="5784427" y="2866054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Google Shape;1350;p140">
            <a:extLst>
              <a:ext uri="{FF2B5EF4-FFF2-40B4-BE49-F238E27FC236}">
                <a16:creationId xmlns:a16="http://schemas.microsoft.com/office/drawing/2014/main" id="{C0B52E2F-7E69-EB8D-0802-77D20FFCD893}"/>
              </a:ext>
            </a:extLst>
          </p:cNvPr>
          <p:cNvSpPr txBox="1"/>
          <p:nvPr/>
        </p:nvSpPr>
        <p:spPr>
          <a:xfrm>
            <a:off x="8547947" y="2866054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Google Shape;1351;p140">
            <a:extLst>
              <a:ext uri="{FF2B5EF4-FFF2-40B4-BE49-F238E27FC236}">
                <a16:creationId xmlns:a16="http://schemas.microsoft.com/office/drawing/2014/main" id="{45FEABD6-582A-DC53-3245-26EABFBDC174}"/>
              </a:ext>
            </a:extLst>
          </p:cNvPr>
          <p:cNvCxnSpPr>
            <a:cxnSpLocks/>
          </p:cNvCxnSpPr>
          <p:nvPr/>
        </p:nvCxnSpPr>
        <p:spPr>
          <a:xfrm flipH="1">
            <a:off x="3942107" y="2093891"/>
            <a:ext cx="1422339" cy="44704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8" name="Google Shape;1352;p140">
            <a:extLst>
              <a:ext uri="{FF2B5EF4-FFF2-40B4-BE49-F238E27FC236}">
                <a16:creationId xmlns:a16="http://schemas.microsoft.com/office/drawing/2014/main" id="{C7C9C950-4D57-E49C-91DD-0EF1D2C1EEFB}"/>
              </a:ext>
            </a:extLst>
          </p:cNvPr>
          <p:cNvCxnSpPr/>
          <p:nvPr/>
        </p:nvCxnSpPr>
        <p:spPr>
          <a:xfrm>
            <a:off x="6732693" y="2032934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9" name="Google Shape;1353;p140">
            <a:extLst>
              <a:ext uri="{FF2B5EF4-FFF2-40B4-BE49-F238E27FC236}">
                <a16:creationId xmlns:a16="http://schemas.microsoft.com/office/drawing/2014/main" id="{ADEB4229-99F8-6997-D509-1D566DA8B2F1}"/>
              </a:ext>
            </a:extLst>
          </p:cNvPr>
          <p:cNvCxnSpPr>
            <a:cxnSpLocks/>
          </p:cNvCxnSpPr>
          <p:nvPr/>
        </p:nvCxnSpPr>
        <p:spPr>
          <a:xfrm>
            <a:off x="5936827" y="2286934"/>
            <a:ext cx="0" cy="254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0" name="Google Shape;1354;p140">
            <a:extLst>
              <a:ext uri="{FF2B5EF4-FFF2-40B4-BE49-F238E27FC236}">
                <a16:creationId xmlns:a16="http://schemas.microsoft.com/office/drawing/2014/main" id="{E8B73711-17A6-A4C4-CFF6-3A2EDFBC7E2A}"/>
              </a:ext>
            </a:extLst>
          </p:cNvPr>
          <p:cNvCxnSpPr/>
          <p:nvPr/>
        </p:nvCxnSpPr>
        <p:spPr>
          <a:xfrm>
            <a:off x="6794693" y="1892388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1" name="Google Shape;1355;p140">
            <a:extLst>
              <a:ext uri="{FF2B5EF4-FFF2-40B4-BE49-F238E27FC236}">
                <a16:creationId xmlns:a16="http://schemas.microsoft.com/office/drawing/2014/main" id="{8F6F8822-176C-7DD9-D146-0D53E6C05D05}"/>
              </a:ext>
            </a:extLst>
          </p:cNvPr>
          <p:cNvSpPr txBox="1"/>
          <p:nvPr/>
        </p:nvSpPr>
        <p:spPr>
          <a:xfrm>
            <a:off x="10252920" y="2285003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 dirty="0"/>
          </a:p>
        </p:txBody>
      </p:sp>
      <p:cxnSp>
        <p:nvCxnSpPr>
          <p:cNvPr id="32" name="Google Shape;1356;p140">
            <a:extLst>
              <a:ext uri="{FF2B5EF4-FFF2-40B4-BE49-F238E27FC236}">
                <a16:creationId xmlns:a16="http://schemas.microsoft.com/office/drawing/2014/main" id="{683C5AFC-FE54-BFF0-1CEA-798659C55438}"/>
              </a:ext>
            </a:extLst>
          </p:cNvPr>
          <p:cNvCxnSpPr/>
          <p:nvPr/>
        </p:nvCxnSpPr>
        <p:spPr>
          <a:xfrm>
            <a:off x="3291100" y="3546774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3" name="Google Shape;1357;p140">
            <a:extLst>
              <a:ext uri="{FF2B5EF4-FFF2-40B4-BE49-F238E27FC236}">
                <a16:creationId xmlns:a16="http://schemas.microsoft.com/office/drawing/2014/main" id="{6D28806E-BC8E-173D-E7F8-E417FB53ECBC}"/>
              </a:ext>
            </a:extLst>
          </p:cNvPr>
          <p:cNvSpPr txBox="1"/>
          <p:nvPr/>
        </p:nvSpPr>
        <p:spPr>
          <a:xfrm>
            <a:off x="915847" y="4207174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Google Shape;1358;p140">
            <a:extLst>
              <a:ext uri="{FF2B5EF4-FFF2-40B4-BE49-F238E27FC236}">
                <a16:creationId xmlns:a16="http://schemas.microsoft.com/office/drawing/2014/main" id="{43F29241-7FCA-5461-568C-D5AC1F9D36F2}"/>
              </a:ext>
            </a:extLst>
          </p:cNvPr>
          <p:cNvSpPr txBox="1"/>
          <p:nvPr/>
        </p:nvSpPr>
        <p:spPr>
          <a:xfrm>
            <a:off x="2756415" y="4207174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Google Shape;1359;p140">
            <a:extLst>
              <a:ext uri="{FF2B5EF4-FFF2-40B4-BE49-F238E27FC236}">
                <a16:creationId xmlns:a16="http://schemas.microsoft.com/office/drawing/2014/main" id="{D87E4210-74D4-CE93-7D45-95F96AB0C4D5}"/>
              </a:ext>
            </a:extLst>
          </p:cNvPr>
          <p:cNvSpPr txBox="1"/>
          <p:nvPr/>
        </p:nvSpPr>
        <p:spPr>
          <a:xfrm>
            <a:off x="4462815" y="4207174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36" name="Google Shape;1360;p140">
            <a:extLst>
              <a:ext uri="{FF2B5EF4-FFF2-40B4-BE49-F238E27FC236}">
                <a16:creationId xmlns:a16="http://schemas.microsoft.com/office/drawing/2014/main" id="{1FD6E11D-B0E1-ACD8-5A6A-062395E821EB}"/>
              </a:ext>
            </a:extLst>
          </p:cNvPr>
          <p:cNvCxnSpPr/>
          <p:nvPr/>
        </p:nvCxnSpPr>
        <p:spPr>
          <a:xfrm flipH="1">
            <a:off x="1109352" y="3153661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7" name="Google Shape;1361;p140">
            <a:extLst>
              <a:ext uri="{FF2B5EF4-FFF2-40B4-BE49-F238E27FC236}">
                <a16:creationId xmlns:a16="http://schemas.microsoft.com/office/drawing/2014/main" id="{5AA51CBB-E246-B0C6-97B5-03CB5AD25B9D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4120777" y="3292774"/>
            <a:ext cx="890756" cy="57913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8" name="Google Shape;1362;p140">
            <a:extLst>
              <a:ext uri="{FF2B5EF4-FFF2-40B4-BE49-F238E27FC236}">
                <a16:creationId xmlns:a16="http://schemas.microsoft.com/office/drawing/2014/main" id="{9C6039A7-6F1B-E201-5D65-D0AF7BC795EB}"/>
              </a:ext>
            </a:extLst>
          </p:cNvPr>
          <p:cNvCxnSpPr/>
          <p:nvPr/>
        </p:nvCxnSpPr>
        <p:spPr>
          <a:xfrm>
            <a:off x="1693333" y="4975657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9" name="Google Shape;1363;p140" descr="directory.png">
            <a:extLst>
              <a:ext uri="{FF2B5EF4-FFF2-40B4-BE49-F238E27FC236}">
                <a16:creationId xmlns:a16="http://schemas.microsoft.com/office/drawing/2014/main" id="{C462FFBB-ACC2-88CA-77DC-E92939BDFD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33" y="5334941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1364;p140">
            <a:extLst>
              <a:ext uri="{FF2B5EF4-FFF2-40B4-BE49-F238E27FC236}">
                <a16:creationId xmlns:a16="http://schemas.microsoft.com/office/drawing/2014/main" id="{D61AB4D7-A4F4-1564-AFA3-46CEC4801BBE}"/>
              </a:ext>
            </a:extLst>
          </p:cNvPr>
          <p:cNvSpPr txBox="1"/>
          <p:nvPr/>
        </p:nvSpPr>
        <p:spPr>
          <a:xfrm>
            <a:off x="1276572" y="5653466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Google Shape;1365;p140">
            <a:extLst>
              <a:ext uri="{FF2B5EF4-FFF2-40B4-BE49-F238E27FC236}">
                <a16:creationId xmlns:a16="http://schemas.microsoft.com/office/drawing/2014/main" id="{51EEEE78-CBF2-8A34-8B8E-649ACA8FF7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407358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1366;p140">
            <a:extLst>
              <a:ext uri="{FF2B5EF4-FFF2-40B4-BE49-F238E27FC236}">
                <a16:creationId xmlns:a16="http://schemas.microsoft.com/office/drawing/2014/main" id="{B9F62D73-7E89-C887-83A2-59E32FA98F8A}"/>
              </a:ext>
            </a:extLst>
          </p:cNvPr>
          <p:cNvSpPr txBox="1"/>
          <p:nvPr/>
        </p:nvSpPr>
        <p:spPr>
          <a:xfrm>
            <a:off x="191363" y="4400213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sp>
        <p:nvSpPr>
          <p:cNvPr id="43" name="Google Shape;1367;p140">
            <a:extLst>
              <a:ext uri="{FF2B5EF4-FFF2-40B4-BE49-F238E27FC236}">
                <a16:creationId xmlns:a16="http://schemas.microsoft.com/office/drawing/2014/main" id="{F2209600-7AFE-1B59-E05D-6D792CB32A83}"/>
              </a:ext>
            </a:extLst>
          </p:cNvPr>
          <p:cNvSpPr txBox="1"/>
          <p:nvPr/>
        </p:nvSpPr>
        <p:spPr>
          <a:xfrm>
            <a:off x="3171915" y="5690541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New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44" name="Google Shape;1368;p140">
            <a:extLst>
              <a:ext uri="{FF2B5EF4-FFF2-40B4-BE49-F238E27FC236}">
                <a16:creationId xmlns:a16="http://schemas.microsoft.com/office/drawing/2014/main" id="{17756D8B-E4A9-7422-042C-DF7118F836C9}"/>
              </a:ext>
            </a:extLst>
          </p:cNvPr>
          <p:cNvCxnSpPr/>
          <p:nvPr/>
        </p:nvCxnSpPr>
        <p:spPr>
          <a:xfrm>
            <a:off x="2391757" y="4840785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5" name="Google Shape;1369;p140">
            <a:extLst>
              <a:ext uri="{FF2B5EF4-FFF2-40B4-BE49-F238E27FC236}">
                <a16:creationId xmlns:a16="http://schemas.microsoft.com/office/drawing/2014/main" id="{F46C2C66-008E-B991-266F-B7CDD3743785}"/>
              </a:ext>
            </a:extLst>
          </p:cNvPr>
          <p:cNvSpPr/>
          <p:nvPr/>
        </p:nvSpPr>
        <p:spPr>
          <a:xfrm>
            <a:off x="1950167" y="5361741"/>
            <a:ext cx="1440000" cy="3288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E36C09"/>
          </a:solidFill>
          <a:ln w="9525" cap="flat" cmpd="sng">
            <a:solidFill>
              <a:srgbClr val="E46C0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3833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38CBFD-399A-2C2F-FA8E-BA7F33D1CF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374;p141">
            <a:extLst>
              <a:ext uri="{FF2B5EF4-FFF2-40B4-BE49-F238E27FC236}">
                <a16:creationId xmlns:a16="http://schemas.microsoft.com/office/drawing/2014/main" id="{A035E9DF-6D74-A465-A601-7A7E72AE9DC1}"/>
              </a:ext>
            </a:extLst>
          </p:cNvPr>
          <p:cNvSpPr txBox="1"/>
          <p:nvPr/>
        </p:nvSpPr>
        <p:spPr>
          <a:xfrm>
            <a:off x="6919747" y="4176993"/>
            <a:ext cx="4354800" cy="9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Moving from Data to home</a:t>
            </a:r>
          </a:p>
          <a:p>
            <a:pPr algn="ctr">
              <a:buClr>
                <a:srgbClr val="000000"/>
              </a:buClr>
              <a:buSzPts val="2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ABSOLUTE PATH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Google Shape;1375;p141">
            <a:extLst>
              <a:ext uri="{FF2B5EF4-FFF2-40B4-BE49-F238E27FC236}">
                <a16:creationId xmlns:a16="http://schemas.microsoft.com/office/drawing/2014/main" id="{42A0DFFB-C9B1-ACB6-72C6-D9882B55DD6A}"/>
              </a:ext>
            </a:extLst>
          </p:cNvPr>
          <p:cNvSpPr txBox="1"/>
          <p:nvPr/>
        </p:nvSpPr>
        <p:spPr>
          <a:xfrm>
            <a:off x="7812767" y="5199948"/>
            <a:ext cx="2514800" cy="60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/home/</a:t>
            </a:r>
            <a:endParaRPr sz="2667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1377;p141">
            <a:extLst>
              <a:ext uri="{FF2B5EF4-FFF2-40B4-BE49-F238E27FC236}">
                <a16:creationId xmlns:a16="http://schemas.microsoft.com/office/drawing/2014/main" id="{BE55102E-99D6-A0BD-EE59-06E58BF8C0E8}"/>
              </a:ext>
            </a:extLst>
          </p:cNvPr>
          <p:cNvSpPr/>
          <p:nvPr/>
        </p:nvSpPr>
        <p:spPr>
          <a:xfrm rot="-5400000">
            <a:off x="-190845" y="3631455"/>
            <a:ext cx="2426800" cy="11932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E36C09"/>
          </a:solidFill>
          <a:ln w="9525" cap="flat" cmpd="sng">
            <a:solidFill>
              <a:srgbClr val="E46C0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1378;p141" descr="directory.png">
            <a:extLst>
              <a:ext uri="{FF2B5EF4-FFF2-40B4-BE49-F238E27FC236}">
                <a16:creationId xmlns:a16="http://schemas.microsoft.com/office/drawing/2014/main" id="{8E41FA87-F8B6-3A10-CEBA-2063F5E591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73583" y="2378003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79;p141">
            <a:extLst>
              <a:ext uri="{FF2B5EF4-FFF2-40B4-BE49-F238E27FC236}">
                <a16:creationId xmlns:a16="http://schemas.microsoft.com/office/drawing/2014/main" id="{244E2BF4-4CE1-95B8-7936-0BDDBEA4929E}"/>
              </a:ext>
            </a:extLst>
          </p:cNvPr>
          <p:cNvSpPr txBox="1"/>
          <p:nvPr/>
        </p:nvSpPr>
        <p:spPr>
          <a:xfrm>
            <a:off x="10579947" y="2216855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1381;p141" descr="directory.png">
            <a:extLst>
              <a:ext uri="{FF2B5EF4-FFF2-40B4-BE49-F238E27FC236}">
                <a16:creationId xmlns:a16="http://schemas.microsoft.com/office/drawing/2014/main" id="{2CBA997E-6B71-B56A-5A38-484C1F8DE75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930354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82;p141" descr="directory.png">
            <a:extLst>
              <a:ext uri="{FF2B5EF4-FFF2-40B4-BE49-F238E27FC236}">
                <a16:creationId xmlns:a16="http://schemas.microsoft.com/office/drawing/2014/main" id="{9830D4E2-B29E-E57A-CE28-2CC56A0115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2398587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383;p141" descr="directory.png">
            <a:extLst>
              <a:ext uri="{FF2B5EF4-FFF2-40B4-BE49-F238E27FC236}">
                <a16:creationId xmlns:a16="http://schemas.microsoft.com/office/drawing/2014/main" id="{1AB40B3E-9F30-81E2-C4B3-287D15D29E2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8100" y="5237954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384;p141" descr="directory.png">
            <a:extLst>
              <a:ext uri="{FF2B5EF4-FFF2-40B4-BE49-F238E27FC236}">
                <a16:creationId xmlns:a16="http://schemas.microsoft.com/office/drawing/2014/main" id="{F0F4176D-BAA7-942D-822A-A63E5D18E58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443956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85;p141" descr="directory.png">
            <a:extLst>
              <a:ext uri="{FF2B5EF4-FFF2-40B4-BE49-F238E27FC236}">
                <a16:creationId xmlns:a16="http://schemas.microsoft.com/office/drawing/2014/main" id="{84E005FF-24E6-A413-229F-B0CBC78FAA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774924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86;p141" descr="directory.png">
            <a:extLst>
              <a:ext uri="{FF2B5EF4-FFF2-40B4-BE49-F238E27FC236}">
                <a16:creationId xmlns:a16="http://schemas.microsoft.com/office/drawing/2014/main" id="{2D10223A-E152-4975-D212-81E31A3096A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774920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387;p141" descr="directory.png">
            <a:extLst>
              <a:ext uri="{FF2B5EF4-FFF2-40B4-BE49-F238E27FC236}">
                <a16:creationId xmlns:a16="http://schemas.microsoft.com/office/drawing/2014/main" id="{67632FDB-989D-F03F-020A-4940A4C53A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774920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388;p141">
            <a:extLst>
              <a:ext uri="{FF2B5EF4-FFF2-40B4-BE49-F238E27FC236}">
                <a16:creationId xmlns:a16="http://schemas.microsoft.com/office/drawing/2014/main" id="{BFA054A0-B6A3-DB06-0869-F7C3D492C755}"/>
              </a:ext>
            </a:extLst>
          </p:cNvPr>
          <p:cNvSpPr txBox="1"/>
          <p:nvPr/>
        </p:nvSpPr>
        <p:spPr>
          <a:xfrm>
            <a:off x="5892800" y="1234907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16" name="Google Shape;1389;p141">
            <a:extLst>
              <a:ext uri="{FF2B5EF4-FFF2-40B4-BE49-F238E27FC236}">
                <a16:creationId xmlns:a16="http://schemas.microsoft.com/office/drawing/2014/main" id="{58489C0E-5BC5-BFC7-A54F-EB3CBB71CF0E}"/>
              </a:ext>
            </a:extLst>
          </p:cNvPr>
          <p:cNvSpPr txBox="1"/>
          <p:nvPr/>
        </p:nvSpPr>
        <p:spPr>
          <a:xfrm>
            <a:off x="2831253" y="2769067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1390;p141">
            <a:extLst>
              <a:ext uri="{FF2B5EF4-FFF2-40B4-BE49-F238E27FC236}">
                <a16:creationId xmlns:a16="http://schemas.microsoft.com/office/drawing/2014/main" id="{899C86D6-1FCD-E53D-D920-19C71ACF9E85}"/>
              </a:ext>
            </a:extLst>
          </p:cNvPr>
          <p:cNvSpPr txBox="1"/>
          <p:nvPr/>
        </p:nvSpPr>
        <p:spPr>
          <a:xfrm>
            <a:off x="5784427" y="2769067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1391;p141">
            <a:extLst>
              <a:ext uri="{FF2B5EF4-FFF2-40B4-BE49-F238E27FC236}">
                <a16:creationId xmlns:a16="http://schemas.microsoft.com/office/drawing/2014/main" id="{54825A69-4A49-FC04-CF80-307AC2D3DAEF}"/>
              </a:ext>
            </a:extLst>
          </p:cNvPr>
          <p:cNvSpPr txBox="1"/>
          <p:nvPr/>
        </p:nvSpPr>
        <p:spPr>
          <a:xfrm>
            <a:off x="8547947" y="2769067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Google Shape;1392;p141">
            <a:extLst>
              <a:ext uri="{FF2B5EF4-FFF2-40B4-BE49-F238E27FC236}">
                <a16:creationId xmlns:a16="http://schemas.microsoft.com/office/drawing/2014/main" id="{1FE45541-3120-00B5-7C2D-B815A114E846}"/>
              </a:ext>
            </a:extLst>
          </p:cNvPr>
          <p:cNvCxnSpPr>
            <a:cxnSpLocks/>
          </p:cNvCxnSpPr>
          <p:nvPr/>
        </p:nvCxnSpPr>
        <p:spPr>
          <a:xfrm flipH="1">
            <a:off x="3535673" y="1728782"/>
            <a:ext cx="1853828" cy="71516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0" name="Google Shape;1393;p141">
            <a:extLst>
              <a:ext uri="{FF2B5EF4-FFF2-40B4-BE49-F238E27FC236}">
                <a16:creationId xmlns:a16="http://schemas.microsoft.com/office/drawing/2014/main" id="{25F0357B-80A2-87D6-D45F-B83AA96A351C}"/>
              </a:ext>
            </a:extLst>
          </p:cNvPr>
          <p:cNvCxnSpPr>
            <a:cxnSpLocks/>
          </p:cNvCxnSpPr>
          <p:nvPr/>
        </p:nvCxnSpPr>
        <p:spPr>
          <a:xfrm>
            <a:off x="6718383" y="1769633"/>
            <a:ext cx="1829564" cy="69341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1" name="Google Shape;1394;p141">
            <a:extLst>
              <a:ext uri="{FF2B5EF4-FFF2-40B4-BE49-F238E27FC236}">
                <a16:creationId xmlns:a16="http://schemas.microsoft.com/office/drawing/2014/main" id="{F24E88B3-C817-6692-52D1-4F847D68B754}"/>
              </a:ext>
            </a:extLst>
          </p:cNvPr>
          <p:cNvCxnSpPr/>
          <p:nvPr/>
        </p:nvCxnSpPr>
        <p:spPr>
          <a:xfrm>
            <a:off x="6082882" y="1992294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2" name="Google Shape;1395;p141">
            <a:extLst>
              <a:ext uri="{FF2B5EF4-FFF2-40B4-BE49-F238E27FC236}">
                <a16:creationId xmlns:a16="http://schemas.microsoft.com/office/drawing/2014/main" id="{F09D3096-21C5-8A2B-FEF9-6C02428021EE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6718383" y="1639760"/>
            <a:ext cx="3861564" cy="823289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3" name="Google Shape;1396;p141">
            <a:extLst>
              <a:ext uri="{FF2B5EF4-FFF2-40B4-BE49-F238E27FC236}">
                <a16:creationId xmlns:a16="http://schemas.microsoft.com/office/drawing/2014/main" id="{02EC154E-46AD-5AE6-80B0-EE8CA127DF49}"/>
              </a:ext>
            </a:extLst>
          </p:cNvPr>
          <p:cNvSpPr txBox="1"/>
          <p:nvPr/>
        </p:nvSpPr>
        <p:spPr>
          <a:xfrm>
            <a:off x="10579947" y="2216855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4" name="Google Shape;1397;p141">
            <a:extLst>
              <a:ext uri="{FF2B5EF4-FFF2-40B4-BE49-F238E27FC236}">
                <a16:creationId xmlns:a16="http://schemas.microsoft.com/office/drawing/2014/main" id="{7D0D86C4-CD4D-1C18-6974-20B9AD2647EA}"/>
              </a:ext>
            </a:extLst>
          </p:cNvPr>
          <p:cNvCxnSpPr>
            <a:cxnSpLocks/>
          </p:cNvCxnSpPr>
          <p:nvPr/>
        </p:nvCxnSpPr>
        <p:spPr>
          <a:xfrm>
            <a:off x="3318933" y="3429000"/>
            <a:ext cx="0" cy="34590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5" name="Google Shape;1398;p141">
            <a:extLst>
              <a:ext uri="{FF2B5EF4-FFF2-40B4-BE49-F238E27FC236}">
                <a16:creationId xmlns:a16="http://schemas.microsoft.com/office/drawing/2014/main" id="{0C137B11-EEBE-BFCA-ED93-7255B838DDF8}"/>
              </a:ext>
            </a:extLst>
          </p:cNvPr>
          <p:cNvSpPr txBox="1"/>
          <p:nvPr/>
        </p:nvSpPr>
        <p:spPr>
          <a:xfrm>
            <a:off x="915847" y="4110187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Google Shape;1399;p141">
            <a:extLst>
              <a:ext uri="{FF2B5EF4-FFF2-40B4-BE49-F238E27FC236}">
                <a16:creationId xmlns:a16="http://schemas.microsoft.com/office/drawing/2014/main" id="{37001364-0B35-B7A6-A3F4-3916E9B27C3F}"/>
              </a:ext>
            </a:extLst>
          </p:cNvPr>
          <p:cNvSpPr txBox="1"/>
          <p:nvPr/>
        </p:nvSpPr>
        <p:spPr>
          <a:xfrm>
            <a:off x="2756415" y="4110187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Google Shape;1400;p141">
            <a:extLst>
              <a:ext uri="{FF2B5EF4-FFF2-40B4-BE49-F238E27FC236}">
                <a16:creationId xmlns:a16="http://schemas.microsoft.com/office/drawing/2014/main" id="{91DA47F6-F93B-5E44-18B6-ABB9A8044016}"/>
              </a:ext>
            </a:extLst>
          </p:cNvPr>
          <p:cNvSpPr txBox="1"/>
          <p:nvPr/>
        </p:nvSpPr>
        <p:spPr>
          <a:xfrm>
            <a:off x="4462815" y="4110187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8" name="Google Shape;1401;p141">
            <a:extLst>
              <a:ext uri="{FF2B5EF4-FFF2-40B4-BE49-F238E27FC236}">
                <a16:creationId xmlns:a16="http://schemas.microsoft.com/office/drawing/2014/main" id="{EB10F0DC-C460-A286-4379-679227B90950}"/>
              </a:ext>
            </a:extLst>
          </p:cNvPr>
          <p:cNvCxnSpPr>
            <a:cxnSpLocks/>
          </p:cNvCxnSpPr>
          <p:nvPr/>
        </p:nvCxnSpPr>
        <p:spPr>
          <a:xfrm flipH="1">
            <a:off x="1151493" y="3195787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9" name="Google Shape;1402;p141">
            <a:extLst>
              <a:ext uri="{FF2B5EF4-FFF2-40B4-BE49-F238E27FC236}">
                <a16:creationId xmlns:a16="http://schemas.microsoft.com/office/drawing/2014/main" id="{2AFB2B51-37D1-609D-5BE9-1BF01FCDB80E}"/>
              </a:ext>
            </a:extLst>
          </p:cNvPr>
          <p:cNvCxnSpPr>
            <a:cxnSpLocks/>
          </p:cNvCxnSpPr>
          <p:nvPr/>
        </p:nvCxnSpPr>
        <p:spPr>
          <a:xfrm>
            <a:off x="3913500" y="3155151"/>
            <a:ext cx="1367639" cy="599424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0" name="Google Shape;1403;p141">
            <a:extLst>
              <a:ext uri="{FF2B5EF4-FFF2-40B4-BE49-F238E27FC236}">
                <a16:creationId xmlns:a16="http://schemas.microsoft.com/office/drawing/2014/main" id="{F8DFEAA8-B5A0-A0BE-7501-A1FBE2EE574B}"/>
              </a:ext>
            </a:extLst>
          </p:cNvPr>
          <p:cNvCxnSpPr/>
          <p:nvPr/>
        </p:nvCxnSpPr>
        <p:spPr>
          <a:xfrm>
            <a:off x="1724160" y="4867302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1" name="Google Shape;1404;p141" descr="directory.png">
            <a:extLst>
              <a:ext uri="{FF2B5EF4-FFF2-40B4-BE49-F238E27FC236}">
                <a16:creationId xmlns:a16="http://schemas.microsoft.com/office/drawing/2014/main" id="{8979A48C-0821-EB6F-059D-830584D70CB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33" y="5237954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1405;p141">
            <a:extLst>
              <a:ext uri="{FF2B5EF4-FFF2-40B4-BE49-F238E27FC236}">
                <a16:creationId xmlns:a16="http://schemas.microsoft.com/office/drawing/2014/main" id="{44964403-21C5-8B17-3A75-1198A9184F53}"/>
              </a:ext>
            </a:extLst>
          </p:cNvPr>
          <p:cNvSpPr txBox="1"/>
          <p:nvPr/>
        </p:nvSpPr>
        <p:spPr>
          <a:xfrm>
            <a:off x="1276572" y="5556479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Google Shape;1406;p141">
            <a:extLst>
              <a:ext uri="{FF2B5EF4-FFF2-40B4-BE49-F238E27FC236}">
                <a16:creationId xmlns:a16="http://schemas.microsoft.com/office/drawing/2014/main" id="{B7DA1883-4CD7-FF02-94F9-4F2856B79A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3976599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407;p141">
            <a:extLst>
              <a:ext uri="{FF2B5EF4-FFF2-40B4-BE49-F238E27FC236}">
                <a16:creationId xmlns:a16="http://schemas.microsoft.com/office/drawing/2014/main" id="{2D118F3D-3F12-4EEB-089D-10DC4E431C42}"/>
              </a:ext>
            </a:extLst>
          </p:cNvPr>
          <p:cNvSpPr txBox="1"/>
          <p:nvPr/>
        </p:nvSpPr>
        <p:spPr>
          <a:xfrm>
            <a:off x="191363" y="4303226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sp>
        <p:nvSpPr>
          <p:cNvPr id="35" name="Google Shape;1408;p141">
            <a:extLst>
              <a:ext uri="{FF2B5EF4-FFF2-40B4-BE49-F238E27FC236}">
                <a16:creationId xmlns:a16="http://schemas.microsoft.com/office/drawing/2014/main" id="{2E068D84-2E07-5764-B7A9-B22B7F3B490E}"/>
              </a:ext>
            </a:extLst>
          </p:cNvPr>
          <p:cNvSpPr txBox="1"/>
          <p:nvPr/>
        </p:nvSpPr>
        <p:spPr>
          <a:xfrm>
            <a:off x="3171915" y="5593554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New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36" name="Google Shape;1409;p141">
            <a:extLst>
              <a:ext uri="{FF2B5EF4-FFF2-40B4-BE49-F238E27FC236}">
                <a16:creationId xmlns:a16="http://schemas.microsoft.com/office/drawing/2014/main" id="{AF836E3D-5253-443A-529E-B3173894C527}"/>
              </a:ext>
            </a:extLst>
          </p:cNvPr>
          <p:cNvCxnSpPr/>
          <p:nvPr/>
        </p:nvCxnSpPr>
        <p:spPr>
          <a:xfrm>
            <a:off x="2208918" y="4817116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148635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7EB4D2-E949-DA2B-A2BF-D135330CA1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414;p142">
            <a:extLst>
              <a:ext uri="{FF2B5EF4-FFF2-40B4-BE49-F238E27FC236}">
                <a16:creationId xmlns:a16="http://schemas.microsoft.com/office/drawing/2014/main" id="{13B7CA3A-E409-A095-1544-9D070BBC3DD8}"/>
              </a:ext>
            </a:extLst>
          </p:cNvPr>
          <p:cNvSpPr/>
          <p:nvPr/>
        </p:nvSpPr>
        <p:spPr>
          <a:xfrm>
            <a:off x="5393133" y="1085754"/>
            <a:ext cx="1325600" cy="10036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415;p142">
            <a:extLst>
              <a:ext uri="{FF2B5EF4-FFF2-40B4-BE49-F238E27FC236}">
                <a16:creationId xmlns:a16="http://schemas.microsoft.com/office/drawing/2014/main" id="{75042303-55D8-929F-22B4-5BF7200143D2}"/>
              </a:ext>
            </a:extLst>
          </p:cNvPr>
          <p:cNvSpPr/>
          <p:nvPr/>
        </p:nvSpPr>
        <p:spPr>
          <a:xfrm>
            <a:off x="2583900" y="2521921"/>
            <a:ext cx="1435200" cy="1104400"/>
          </a:xfrm>
          <a:prstGeom prst="rect">
            <a:avLst/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Google Shape;1416;p142">
            <a:extLst>
              <a:ext uri="{FF2B5EF4-FFF2-40B4-BE49-F238E27FC236}">
                <a16:creationId xmlns:a16="http://schemas.microsoft.com/office/drawing/2014/main" id="{FCDEB743-90D8-AF4F-DA3F-047857C07601}"/>
              </a:ext>
            </a:extLst>
          </p:cNvPr>
          <p:cNvCxnSpPr/>
          <p:nvPr/>
        </p:nvCxnSpPr>
        <p:spPr>
          <a:xfrm flipH="1">
            <a:off x="4083912" y="2219372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" name="Google Shape;1417;p142">
            <a:extLst>
              <a:ext uri="{FF2B5EF4-FFF2-40B4-BE49-F238E27FC236}">
                <a16:creationId xmlns:a16="http://schemas.microsoft.com/office/drawing/2014/main" id="{CAB629CA-EDFC-706E-5F55-D17D688AE0A6}"/>
              </a:ext>
            </a:extLst>
          </p:cNvPr>
          <p:cNvSpPr txBox="1"/>
          <p:nvPr/>
        </p:nvSpPr>
        <p:spPr>
          <a:xfrm>
            <a:off x="6948755" y="4253679"/>
            <a:ext cx="4354800" cy="9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Moving from Data to home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ABSOLUTE PATH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Google Shape;1418;p142">
            <a:extLst>
              <a:ext uri="{FF2B5EF4-FFF2-40B4-BE49-F238E27FC236}">
                <a16:creationId xmlns:a16="http://schemas.microsoft.com/office/drawing/2014/main" id="{F58239EA-29E5-1537-5684-6FBFC1C56AE3}"/>
              </a:ext>
            </a:extLst>
          </p:cNvPr>
          <p:cNvSpPr txBox="1"/>
          <p:nvPr/>
        </p:nvSpPr>
        <p:spPr>
          <a:xfrm>
            <a:off x="7812767" y="5348788"/>
            <a:ext cx="2514800" cy="50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/home/</a:t>
            </a:r>
            <a:endParaRPr sz="2667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" name="Google Shape;1420;p142" descr="directory.png">
            <a:extLst>
              <a:ext uri="{FF2B5EF4-FFF2-40B4-BE49-F238E27FC236}">
                <a16:creationId xmlns:a16="http://schemas.microsoft.com/office/drawing/2014/main" id="{89BD68E6-35C2-BCFB-4DB1-6A6D9C0A916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2516588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421;p142">
            <a:extLst>
              <a:ext uri="{FF2B5EF4-FFF2-40B4-BE49-F238E27FC236}">
                <a16:creationId xmlns:a16="http://schemas.microsoft.com/office/drawing/2014/main" id="{C9E71BE3-B82B-751F-CB84-0EF675963322}"/>
              </a:ext>
            </a:extLst>
          </p:cNvPr>
          <p:cNvSpPr txBox="1"/>
          <p:nvPr/>
        </p:nvSpPr>
        <p:spPr>
          <a:xfrm>
            <a:off x="10579947" y="2327689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423;p142" descr="directory.png">
            <a:extLst>
              <a:ext uri="{FF2B5EF4-FFF2-40B4-BE49-F238E27FC236}">
                <a16:creationId xmlns:a16="http://schemas.microsoft.com/office/drawing/2014/main" id="{180318CE-8F74-8F84-E22E-5DF37FFA0B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1041188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24;p142" descr="directory.png">
            <a:extLst>
              <a:ext uri="{FF2B5EF4-FFF2-40B4-BE49-F238E27FC236}">
                <a16:creationId xmlns:a16="http://schemas.microsoft.com/office/drawing/2014/main" id="{35759222-8C59-DA65-15BF-F30AC7DB50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2509421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425;p142" descr="directory.png">
            <a:extLst>
              <a:ext uri="{FF2B5EF4-FFF2-40B4-BE49-F238E27FC236}">
                <a16:creationId xmlns:a16="http://schemas.microsoft.com/office/drawing/2014/main" id="{1912DD42-F789-35DD-42BD-9969371C3F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8100" y="5348788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426;p142" descr="directory.png">
            <a:extLst>
              <a:ext uri="{FF2B5EF4-FFF2-40B4-BE49-F238E27FC236}">
                <a16:creationId xmlns:a16="http://schemas.microsoft.com/office/drawing/2014/main" id="{31A7F3A5-30E3-23BA-CB49-C9A3B30A0E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554790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27;p142" descr="directory.png">
            <a:extLst>
              <a:ext uri="{FF2B5EF4-FFF2-40B4-BE49-F238E27FC236}">
                <a16:creationId xmlns:a16="http://schemas.microsoft.com/office/drawing/2014/main" id="{50723240-3716-0825-7893-32B1E60182D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885758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428;p142" descr="directory.png">
            <a:extLst>
              <a:ext uri="{FF2B5EF4-FFF2-40B4-BE49-F238E27FC236}">
                <a16:creationId xmlns:a16="http://schemas.microsoft.com/office/drawing/2014/main" id="{FC8E56D4-808E-E5B0-8848-4BDC7A8BC84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885754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429;p142" descr="directory.png">
            <a:extLst>
              <a:ext uri="{FF2B5EF4-FFF2-40B4-BE49-F238E27FC236}">
                <a16:creationId xmlns:a16="http://schemas.microsoft.com/office/drawing/2014/main" id="{42AB4CAF-91C5-ECFF-C20A-86AA1C435C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885754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430;p142">
            <a:extLst>
              <a:ext uri="{FF2B5EF4-FFF2-40B4-BE49-F238E27FC236}">
                <a16:creationId xmlns:a16="http://schemas.microsoft.com/office/drawing/2014/main" id="{CA1BEA63-A72D-F31E-29B5-58A6E4358DE9}"/>
              </a:ext>
            </a:extLst>
          </p:cNvPr>
          <p:cNvSpPr txBox="1"/>
          <p:nvPr/>
        </p:nvSpPr>
        <p:spPr>
          <a:xfrm>
            <a:off x="5892800" y="1345741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18" name="Google Shape;1431;p142">
            <a:extLst>
              <a:ext uri="{FF2B5EF4-FFF2-40B4-BE49-F238E27FC236}">
                <a16:creationId xmlns:a16="http://schemas.microsoft.com/office/drawing/2014/main" id="{B250942A-297E-7EDE-9900-099FEDE8C4DA}"/>
              </a:ext>
            </a:extLst>
          </p:cNvPr>
          <p:cNvSpPr txBox="1"/>
          <p:nvPr/>
        </p:nvSpPr>
        <p:spPr>
          <a:xfrm>
            <a:off x="2831253" y="2879901"/>
            <a:ext cx="970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sz="2400"/>
          </a:p>
        </p:txBody>
      </p:sp>
      <p:sp>
        <p:nvSpPr>
          <p:cNvPr id="19" name="Google Shape;1432;p142">
            <a:extLst>
              <a:ext uri="{FF2B5EF4-FFF2-40B4-BE49-F238E27FC236}">
                <a16:creationId xmlns:a16="http://schemas.microsoft.com/office/drawing/2014/main" id="{ED029B39-EAC5-2679-8D8B-0382AA533DAD}"/>
              </a:ext>
            </a:extLst>
          </p:cNvPr>
          <p:cNvSpPr txBox="1"/>
          <p:nvPr/>
        </p:nvSpPr>
        <p:spPr>
          <a:xfrm>
            <a:off x="5784427" y="2879901"/>
            <a:ext cx="6404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bin</a:t>
            </a:r>
            <a:endParaRPr sz="2400"/>
          </a:p>
        </p:txBody>
      </p:sp>
      <p:sp>
        <p:nvSpPr>
          <p:cNvPr id="20" name="Google Shape;1433;p142">
            <a:extLst>
              <a:ext uri="{FF2B5EF4-FFF2-40B4-BE49-F238E27FC236}">
                <a16:creationId xmlns:a16="http://schemas.microsoft.com/office/drawing/2014/main" id="{AC55B57A-EE5F-83DD-3788-36A986B42AC5}"/>
              </a:ext>
            </a:extLst>
          </p:cNvPr>
          <p:cNvSpPr txBox="1"/>
          <p:nvPr/>
        </p:nvSpPr>
        <p:spPr>
          <a:xfrm>
            <a:off x="8547947" y="2879901"/>
            <a:ext cx="549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lib</a:t>
            </a:r>
            <a:endParaRPr sz="2400"/>
          </a:p>
        </p:txBody>
      </p:sp>
      <p:cxnSp>
        <p:nvCxnSpPr>
          <p:cNvPr id="21" name="Google Shape;1434;p142">
            <a:extLst>
              <a:ext uri="{FF2B5EF4-FFF2-40B4-BE49-F238E27FC236}">
                <a16:creationId xmlns:a16="http://schemas.microsoft.com/office/drawing/2014/main" id="{1F0F924E-29DA-5C81-6599-DCAC2C5A2A18}"/>
              </a:ext>
            </a:extLst>
          </p:cNvPr>
          <p:cNvCxnSpPr/>
          <p:nvPr/>
        </p:nvCxnSpPr>
        <p:spPr>
          <a:xfrm flipH="1">
            <a:off x="3818237" y="1911036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2" name="Google Shape;1435;p142">
            <a:extLst>
              <a:ext uri="{FF2B5EF4-FFF2-40B4-BE49-F238E27FC236}">
                <a16:creationId xmlns:a16="http://schemas.microsoft.com/office/drawing/2014/main" id="{527C88D5-46E7-1D28-EEE7-D67CC15B22D2}"/>
              </a:ext>
            </a:extLst>
          </p:cNvPr>
          <p:cNvCxnSpPr/>
          <p:nvPr/>
        </p:nvCxnSpPr>
        <p:spPr>
          <a:xfrm>
            <a:off x="6835928" y="2004289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3" name="Google Shape;1436;p142">
            <a:extLst>
              <a:ext uri="{FF2B5EF4-FFF2-40B4-BE49-F238E27FC236}">
                <a16:creationId xmlns:a16="http://schemas.microsoft.com/office/drawing/2014/main" id="{193A05F8-7ADA-3A04-4B3C-E765DAD06FED}"/>
              </a:ext>
            </a:extLst>
          </p:cNvPr>
          <p:cNvCxnSpPr/>
          <p:nvPr/>
        </p:nvCxnSpPr>
        <p:spPr>
          <a:xfrm>
            <a:off x="6096000" y="2139263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4" name="Google Shape;1437;p142">
            <a:extLst>
              <a:ext uri="{FF2B5EF4-FFF2-40B4-BE49-F238E27FC236}">
                <a16:creationId xmlns:a16="http://schemas.microsoft.com/office/drawing/2014/main" id="{497A5B98-E49B-BFBD-15A0-14702D89A3B8}"/>
              </a:ext>
            </a:extLst>
          </p:cNvPr>
          <p:cNvCxnSpPr/>
          <p:nvPr/>
        </p:nvCxnSpPr>
        <p:spPr>
          <a:xfrm>
            <a:off x="6827520" y="1825990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5" name="Google Shape;1438;p142">
            <a:extLst>
              <a:ext uri="{FF2B5EF4-FFF2-40B4-BE49-F238E27FC236}">
                <a16:creationId xmlns:a16="http://schemas.microsoft.com/office/drawing/2014/main" id="{D897D89A-BAB9-2717-ACC6-FF539C8CD148}"/>
              </a:ext>
            </a:extLst>
          </p:cNvPr>
          <p:cNvSpPr txBox="1"/>
          <p:nvPr/>
        </p:nvSpPr>
        <p:spPr>
          <a:xfrm>
            <a:off x="10579947" y="2327689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6" name="Google Shape;1439;p142">
            <a:extLst>
              <a:ext uri="{FF2B5EF4-FFF2-40B4-BE49-F238E27FC236}">
                <a16:creationId xmlns:a16="http://schemas.microsoft.com/office/drawing/2014/main" id="{98D1CCAF-119C-9C8E-9A4E-C68F7BD03074}"/>
              </a:ext>
            </a:extLst>
          </p:cNvPr>
          <p:cNvCxnSpPr>
            <a:cxnSpLocks/>
          </p:cNvCxnSpPr>
          <p:nvPr/>
        </p:nvCxnSpPr>
        <p:spPr>
          <a:xfrm>
            <a:off x="3326630" y="3626321"/>
            <a:ext cx="0" cy="461112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7" name="Google Shape;1440;p142">
            <a:extLst>
              <a:ext uri="{FF2B5EF4-FFF2-40B4-BE49-F238E27FC236}">
                <a16:creationId xmlns:a16="http://schemas.microsoft.com/office/drawing/2014/main" id="{8227D51D-2C7D-E901-5104-659E47DD52E9}"/>
              </a:ext>
            </a:extLst>
          </p:cNvPr>
          <p:cNvSpPr txBox="1"/>
          <p:nvPr/>
        </p:nvSpPr>
        <p:spPr>
          <a:xfrm>
            <a:off x="915847" y="4221021"/>
            <a:ext cx="1435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genomics</a:t>
            </a:r>
            <a:endParaRPr sz="2400"/>
          </a:p>
        </p:txBody>
      </p:sp>
      <p:sp>
        <p:nvSpPr>
          <p:cNvPr id="28" name="Google Shape;1441;p142">
            <a:extLst>
              <a:ext uri="{FF2B5EF4-FFF2-40B4-BE49-F238E27FC236}">
                <a16:creationId xmlns:a16="http://schemas.microsoft.com/office/drawing/2014/main" id="{6214C128-3616-1A25-8A63-3056F100F934}"/>
              </a:ext>
            </a:extLst>
          </p:cNvPr>
          <p:cNvSpPr txBox="1"/>
          <p:nvPr/>
        </p:nvSpPr>
        <p:spPr>
          <a:xfrm>
            <a:off x="2756415" y="4221021"/>
            <a:ext cx="1123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endParaRPr sz="2400"/>
          </a:p>
        </p:txBody>
      </p:sp>
      <p:sp>
        <p:nvSpPr>
          <p:cNvPr id="29" name="Google Shape;1442;p142">
            <a:extLst>
              <a:ext uri="{FF2B5EF4-FFF2-40B4-BE49-F238E27FC236}">
                <a16:creationId xmlns:a16="http://schemas.microsoft.com/office/drawing/2014/main" id="{74E08CA4-DE78-4A6E-5C1A-26F8B9AFC8D9}"/>
              </a:ext>
            </a:extLst>
          </p:cNvPr>
          <p:cNvSpPr txBox="1"/>
          <p:nvPr/>
        </p:nvSpPr>
        <p:spPr>
          <a:xfrm>
            <a:off x="4462815" y="4221021"/>
            <a:ext cx="1158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ubuntu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1443;p142">
            <a:extLst>
              <a:ext uri="{FF2B5EF4-FFF2-40B4-BE49-F238E27FC236}">
                <a16:creationId xmlns:a16="http://schemas.microsoft.com/office/drawing/2014/main" id="{8FA57A9F-2B1E-DF44-7FC2-6ECEAC3902B2}"/>
              </a:ext>
            </a:extLst>
          </p:cNvPr>
          <p:cNvCxnSpPr>
            <a:cxnSpLocks/>
          </p:cNvCxnSpPr>
          <p:nvPr/>
        </p:nvCxnSpPr>
        <p:spPr>
          <a:xfrm flipH="1">
            <a:off x="1349084" y="3306621"/>
            <a:ext cx="1157065" cy="52171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1" name="Google Shape;1444;p142">
            <a:extLst>
              <a:ext uri="{FF2B5EF4-FFF2-40B4-BE49-F238E27FC236}">
                <a16:creationId xmlns:a16="http://schemas.microsoft.com/office/drawing/2014/main" id="{974F92C2-CC0B-1978-E0B6-DD5E895C3528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181652" y="3306621"/>
            <a:ext cx="829881" cy="57913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2" name="Google Shape;1445;p142">
            <a:extLst>
              <a:ext uri="{FF2B5EF4-FFF2-40B4-BE49-F238E27FC236}">
                <a16:creationId xmlns:a16="http://schemas.microsoft.com/office/drawing/2014/main" id="{CB72DAFF-98B7-09A6-85EB-BA8D7C0375BA}"/>
              </a:ext>
            </a:extLst>
          </p:cNvPr>
          <p:cNvCxnSpPr/>
          <p:nvPr/>
        </p:nvCxnSpPr>
        <p:spPr>
          <a:xfrm>
            <a:off x="1600240" y="496356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3" name="Google Shape;1446;p142" descr="directory.png">
            <a:extLst>
              <a:ext uri="{FF2B5EF4-FFF2-40B4-BE49-F238E27FC236}">
                <a16:creationId xmlns:a16="http://schemas.microsoft.com/office/drawing/2014/main" id="{2A6B7F3E-84A0-67EA-A219-A0B3C6E830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33" y="5348788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447;p142">
            <a:extLst>
              <a:ext uri="{FF2B5EF4-FFF2-40B4-BE49-F238E27FC236}">
                <a16:creationId xmlns:a16="http://schemas.microsoft.com/office/drawing/2014/main" id="{A25D0195-F2E4-D750-211A-BCC1D7100622}"/>
              </a:ext>
            </a:extLst>
          </p:cNvPr>
          <p:cNvSpPr txBox="1"/>
          <p:nvPr/>
        </p:nvSpPr>
        <p:spPr>
          <a:xfrm>
            <a:off x="1276572" y="5667313"/>
            <a:ext cx="833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2400"/>
          </a:p>
        </p:txBody>
      </p:sp>
      <p:pic>
        <p:nvPicPr>
          <p:cNvPr id="35" name="Google Shape;1448;p142">
            <a:extLst>
              <a:ext uri="{FF2B5EF4-FFF2-40B4-BE49-F238E27FC236}">
                <a16:creationId xmlns:a16="http://schemas.microsoft.com/office/drawing/2014/main" id="{88180778-5327-BA26-367E-481D7B06E9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4087433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1449;p142">
            <a:extLst>
              <a:ext uri="{FF2B5EF4-FFF2-40B4-BE49-F238E27FC236}">
                <a16:creationId xmlns:a16="http://schemas.microsoft.com/office/drawing/2014/main" id="{B830E4D4-1D03-B3E0-006B-828DEE882F45}"/>
              </a:ext>
            </a:extLst>
          </p:cNvPr>
          <p:cNvSpPr txBox="1"/>
          <p:nvPr/>
        </p:nvSpPr>
        <p:spPr>
          <a:xfrm>
            <a:off x="191363" y="4414060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sp>
        <p:nvSpPr>
          <p:cNvPr id="37" name="Google Shape;1450;p142">
            <a:extLst>
              <a:ext uri="{FF2B5EF4-FFF2-40B4-BE49-F238E27FC236}">
                <a16:creationId xmlns:a16="http://schemas.microsoft.com/office/drawing/2014/main" id="{2ADFD8F9-52EB-F42B-4B39-70EC4A8DE682}"/>
              </a:ext>
            </a:extLst>
          </p:cNvPr>
          <p:cNvSpPr txBox="1"/>
          <p:nvPr/>
        </p:nvSpPr>
        <p:spPr>
          <a:xfrm>
            <a:off x="3171915" y="5704388"/>
            <a:ext cx="1158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New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1451;p142">
            <a:extLst>
              <a:ext uri="{FF2B5EF4-FFF2-40B4-BE49-F238E27FC236}">
                <a16:creationId xmlns:a16="http://schemas.microsoft.com/office/drawing/2014/main" id="{1DCF056F-088C-57DE-2A21-9F20E5F1AC7B}"/>
              </a:ext>
            </a:extLst>
          </p:cNvPr>
          <p:cNvCxnSpPr/>
          <p:nvPr/>
        </p:nvCxnSpPr>
        <p:spPr>
          <a:xfrm>
            <a:off x="2284853" y="4852096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925683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19F76-ED58-455E-56EB-DF72031D1F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456;p143">
            <a:extLst>
              <a:ext uri="{FF2B5EF4-FFF2-40B4-BE49-F238E27FC236}">
                <a16:creationId xmlns:a16="http://schemas.microsoft.com/office/drawing/2014/main" id="{C11B2A5D-E3B5-B7B8-C410-B59B395A66B8}"/>
              </a:ext>
            </a:extLst>
          </p:cNvPr>
          <p:cNvSpPr txBox="1"/>
          <p:nvPr/>
        </p:nvSpPr>
        <p:spPr>
          <a:xfrm>
            <a:off x="839893" y="800745"/>
            <a:ext cx="10864400" cy="7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 Note About Dot!</a:t>
            </a:r>
            <a:endParaRPr sz="4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Google Shape;1457;p143">
            <a:extLst>
              <a:ext uri="{FF2B5EF4-FFF2-40B4-BE49-F238E27FC236}">
                <a16:creationId xmlns:a16="http://schemas.microsoft.com/office/drawing/2014/main" id="{669B5245-B511-5B36-94D0-C13B1C120FDD}"/>
              </a:ext>
            </a:extLst>
          </p:cNvPr>
          <p:cNvSpPr txBox="1"/>
          <p:nvPr/>
        </p:nvSpPr>
        <p:spPr>
          <a:xfrm>
            <a:off x="853400" y="1456941"/>
            <a:ext cx="10485200" cy="50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 means “In your 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pwd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…”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This command means “List everything that’s in the 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pwd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”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20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Google Shape;1458;p143">
            <a:extLst>
              <a:ext uri="{FF2B5EF4-FFF2-40B4-BE49-F238E27FC236}">
                <a16:creationId xmlns:a16="http://schemas.microsoft.com/office/drawing/2014/main" id="{EB840964-52CE-3546-8F68-B86871F4FC18}"/>
              </a:ext>
            </a:extLst>
          </p:cNvPr>
          <p:cNvSpPr/>
          <p:nvPr/>
        </p:nvSpPr>
        <p:spPr>
          <a:xfrm>
            <a:off x="4748460" y="3691901"/>
            <a:ext cx="2740800" cy="48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./Data/</a:t>
            </a:r>
            <a:endParaRPr sz="26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460;p143">
            <a:extLst>
              <a:ext uri="{FF2B5EF4-FFF2-40B4-BE49-F238E27FC236}">
                <a16:creationId xmlns:a16="http://schemas.microsoft.com/office/drawing/2014/main" id="{FB2BF3E4-A917-9BF3-4B04-3ECCA86A2992}"/>
              </a:ext>
            </a:extLst>
          </p:cNvPr>
          <p:cNvSpPr txBox="1"/>
          <p:nvPr/>
        </p:nvSpPr>
        <p:spPr>
          <a:xfrm>
            <a:off x="304800" y="4236429"/>
            <a:ext cx="1162812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 most cases, people don’t use ./ at the beginning of a path. As long as the file/directory is within your 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pwd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the command will work.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461;p143">
            <a:extLst>
              <a:ext uri="{FF2B5EF4-FFF2-40B4-BE49-F238E27FC236}">
                <a16:creationId xmlns:a16="http://schemas.microsoft.com/office/drawing/2014/main" id="{86FD2C92-1709-DC4B-89D5-59AA9E99F55C}"/>
              </a:ext>
            </a:extLst>
          </p:cNvPr>
          <p:cNvSpPr/>
          <p:nvPr/>
        </p:nvSpPr>
        <p:spPr>
          <a:xfrm>
            <a:off x="2796933" y="5158767"/>
            <a:ext cx="2740800" cy="48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./Data/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62;p143">
            <a:extLst>
              <a:ext uri="{FF2B5EF4-FFF2-40B4-BE49-F238E27FC236}">
                <a16:creationId xmlns:a16="http://schemas.microsoft.com/office/drawing/2014/main" id="{59AC275A-182F-2F6D-7F95-417209EBD800}"/>
              </a:ext>
            </a:extLst>
          </p:cNvPr>
          <p:cNvSpPr/>
          <p:nvPr/>
        </p:nvSpPr>
        <p:spPr>
          <a:xfrm>
            <a:off x="6810133" y="5158767"/>
            <a:ext cx="2740800" cy="48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Data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463;p143">
            <a:extLst>
              <a:ext uri="{FF2B5EF4-FFF2-40B4-BE49-F238E27FC236}">
                <a16:creationId xmlns:a16="http://schemas.microsoft.com/office/drawing/2014/main" id="{EF490915-5D30-315A-ACCB-0E84267BDB4D}"/>
              </a:ext>
            </a:extLst>
          </p:cNvPr>
          <p:cNvSpPr txBox="1"/>
          <p:nvPr/>
        </p:nvSpPr>
        <p:spPr>
          <a:xfrm>
            <a:off x="5858087" y="4952439"/>
            <a:ext cx="631600" cy="5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4000"/>
            </a:pPr>
            <a:r>
              <a:rPr lang="en-GB" sz="533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400"/>
          </a:p>
        </p:txBody>
      </p:sp>
      <p:sp>
        <p:nvSpPr>
          <p:cNvPr id="10" name="Google Shape;1464;p143">
            <a:extLst>
              <a:ext uri="{FF2B5EF4-FFF2-40B4-BE49-F238E27FC236}">
                <a16:creationId xmlns:a16="http://schemas.microsoft.com/office/drawing/2014/main" id="{E0C8063E-F9DE-3375-D23A-05C7DF90F5D6}"/>
              </a:ext>
            </a:extLst>
          </p:cNvPr>
          <p:cNvSpPr txBox="1"/>
          <p:nvPr/>
        </p:nvSpPr>
        <p:spPr>
          <a:xfrm>
            <a:off x="363235" y="5612061"/>
            <a:ext cx="118872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Dot is most helpful when you want to “copy a file to your 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pwd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”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…But we’ll talk about this more later!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465;p143">
            <a:extLst>
              <a:ext uri="{FF2B5EF4-FFF2-40B4-BE49-F238E27FC236}">
                <a16:creationId xmlns:a16="http://schemas.microsoft.com/office/drawing/2014/main" id="{FDFF48D1-4F7A-B0B5-5A31-DA413D928399}"/>
              </a:ext>
            </a:extLst>
          </p:cNvPr>
          <p:cNvSpPr/>
          <p:nvPr/>
        </p:nvSpPr>
        <p:spPr>
          <a:xfrm>
            <a:off x="5122193" y="2494771"/>
            <a:ext cx="1915200" cy="48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./</a:t>
            </a:r>
            <a:endParaRPr sz="26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440754-73CD-6A3E-B204-9B2F0CDA3101}"/>
              </a:ext>
            </a:extLst>
          </p:cNvPr>
          <p:cNvSpPr txBox="1"/>
          <p:nvPr/>
        </p:nvSpPr>
        <p:spPr>
          <a:xfrm>
            <a:off x="454457" y="3109310"/>
            <a:ext cx="114784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This command means “List everything that’s in the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pwd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within a sub-directory called Data”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47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A16EE2-B895-6E15-4117-0AF1987A9B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28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471;p144">
            <a:extLst>
              <a:ext uri="{FF2B5EF4-FFF2-40B4-BE49-F238E27FC236}">
                <a16:creationId xmlns:a16="http://schemas.microsoft.com/office/drawing/2014/main" id="{3497F0A8-06B5-A383-9C46-D8145C01287C}"/>
              </a:ext>
            </a:extLst>
          </p:cNvPr>
          <p:cNvSpPr txBox="1"/>
          <p:nvPr/>
        </p:nvSpPr>
        <p:spPr>
          <a:xfrm>
            <a:off x="663800" y="766784"/>
            <a:ext cx="10864400" cy="686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Let’s put this to practice</a:t>
            </a:r>
            <a:endParaRPr sz="4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Google Shape;1472;p144">
            <a:extLst>
              <a:ext uri="{FF2B5EF4-FFF2-40B4-BE49-F238E27FC236}">
                <a16:creationId xmlns:a16="http://schemas.microsoft.com/office/drawing/2014/main" id="{FBB3F809-B777-EECA-4743-902940654070}"/>
              </a:ext>
            </a:extLst>
          </p:cNvPr>
          <p:cNvSpPr txBox="1"/>
          <p:nvPr/>
        </p:nvSpPr>
        <p:spPr>
          <a:xfrm>
            <a:off x="1043000" y="1382636"/>
            <a:ext cx="10485200" cy="432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Where am I right now? (Should be the Data directory)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Google Shape;1473;p144">
            <a:extLst>
              <a:ext uri="{FF2B5EF4-FFF2-40B4-BE49-F238E27FC236}">
                <a16:creationId xmlns:a16="http://schemas.microsoft.com/office/drawing/2014/main" id="{A7FBB1BD-0A97-7C50-4454-2F651C84E2C1}"/>
              </a:ext>
            </a:extLst>
          </p:cNvPr>
          <p:cNvSpPr txBox="1"/>
          <p:nvPr/>
        </p:nvSpPr>
        <p:spPr>
          <a:xfrm>
            <a:off x="5413067" y="1888940"/>
            <a:ext cx="1366000" cy="4493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GB" sz="2667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endParaRPr sz="2667" dirty="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1474;p144">
            <a:extLst>
              <a:ext uri="{FF2B5EF4-FFF2-40B4-BE49-F238E27FC236}">
                <a16:creationId xmlns:a16="http://schemas.microsoft.com/office/drawing/2014/main" id="{B2A39692-66C2-A03B-AA94-2D710C55E20B}"/>
              </a:ext>
            </a:extLst>
          </p:cNvPr>
          <p:cNvSpPr txBox="1"/>
          <p:nvPr/>
        </p:nvSpPr>
        <p:spPr>
          <a:xfrm>
            <a:off x="3553812" y="2347347"/>
            <a:ext cx="5084400" cy="32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Change to the directory above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Google Shape;1475;p144">
            <a:extLst>
              <a:ext uri="{FF2B5EF4-FFF2-40B4-BE49-F238E27FC236}">
                <a16:creationId xmlns:a16="http://schemas.microsoft.com/office/drawing/2014/main" id="{3CFF5BC8-2A7D-9403-5C01-62C7BBF17A04}"/>
              </a:ext>
            </a:extLst>
          </p:cNvPr>
          <p:cNvSpPr txBox="1"/>
          <p:nvPr/>
        </p:nvSpPr>
        <p:spPr>
          <a:xfrm>
            <a:off x="5075667" y="2972363"/>
            <a:ext cx="2040800" cy="4493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../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476;p144">
            <a:extLst>
              <a:ext uri="{FF2B5EF4-FFF2-40B4-BE49-F238E27FC236}">
                <a16:creationId xmlns:a16="http://schemas.microsoft.com/office/drawing/2014/main" id="{5F20AE9C-F1F6-A997-AF80-8402EB467D51}"/>
              </a:ext>
            </a:extLst>
          </p:cNvPr>
          <p:cNvSpPr txBox="1"/>
          <p:nvPr/>
        </p:nvSpPr>
        <p:spPr>
          <a:xfrm>
            <a:off x="2922765" y="3597412"/>
            <a:ext cx="6346400" cy="32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Let’s list the contents of the Data directory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Google Shape;1477;p144">
            <a:extLst>
              <a:ext uri="{FF2B5EF4-FFF2-40B4-BE49-F238E27FC236}">
                <a16:creationId xmlns:a16="http://schemas.microsoft.com/office/drawing/2014/main" id="{3DF96CA5-CCEF-D4D9-734B-5961C1DB3247}"/>
              </a:ext>
            </a:extLst>
          </p:cNvPr>
          <p:cNvSpPr/>
          <p:nvPr/>
        </p:nvSpPr>
        <p:spPr>
          <a:xfrm>
            <a:off x="4725533" y="4222429"/>
            <a:ext cx="2740800" cy="4493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6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./Data/</a:t>
            </a:r>
            <a:endParaRPr sz="26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093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C8C3CA-9881-A4CA-76FC-BE99B350A0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29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483;p145">
            <a:extLst>
              <a:ext uri="{FF2B5EF4-FFF2-40B4-BE49-F238E27FC236}">
                <a16:creationId xmlns:a16="http://schemas.microsoft.com/office/drawing/2014/main" id="{A22B212F-015E-211F-8C7B-45EBBC145547}"/>
              </a:ext>
            </a:extLst>
          </p:cNvPr>
          <p:cNvSpPr/>
          <p:nvPr/>
        </p:nvSpPr>
        <p:spPr>
          <a:xfrm>
            <a:off x="528400" y="1738800"/>
            <a:ext cx="11663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57189" indent="-457189">
              <a:buClr>
                <a:srgbClr val="000000"/>
              </a:buClr>
              <a:buSzPts val="1800"/>
              <a:buFont typeface="Calibri"/>
              <a:buAutoNum type="arabicPeriod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Move into the Data directory and list the contents of your home directory	</a:t>
            </a:r>
            <a:endParaRPr sz="2400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Google Shape;1484;p145">
            <a:extLst>
              <a:ext uri="{FF2B5EF4-FFF2-40B4-BE49-F238E27FC236}">
                <a16:creationId xmlns:a16="http://schemas.microsoft.com/office/drawing/2014/main" id="{9C0AFB4E-30CC-C285-2BCA-AF0BA50358E5}"/>
              </a:ext>
            </a:extLst>
          </p:cNvPr>
          <p:cNvSpPr txBox="1"/>
          <p:nvPr/>
        </p:nvSpPr>
        <p:spPr>
          <a:xfrm>
            <a:off x="663787" y="1078203"/>
            <a:ext cx="1086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 fontScale="92500" lnSpcReduction="20000"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5867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Challenge 1!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" name="Google Shape;1485;p145">
            <a:extLst>
              <a:ext uri="{FF2B5EF4-FFF2-40B4-BE49-F238E27FC236}">
                <a16:creationId xmlns:a16="http://schemas.microsoft.com/office/drawing/2014/main" id="{71A054B1-8273-003D-04AB-23EC508FC26E}"/>
              </a:ext>
            </a:extLst>
          </p:cNvPr>
          <p:cNvSpPr txBox="1"/>
          <p:nvPr/>
        </p:nvSpPr>
        <p:spPr>
          <a:xfrm>
            <a:off x="848600" y="2248050"/>
            <a:ext cx="1908400" cy="861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Data</a:t>
            </a:r>
            <a:endParaRPr sz="2400"/>
          </a:p>
          <a:p>
            <a:pPr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.. </a:t>
            </a:r>
            <a:endParaRPr sz="2400"/>
          </a:p>
        </p:txBody>
      </p:sp>
      <p:sp>
        <p:nvSpPr>
          <p:cNvPr id="6" name="Google Shape;1486;p145">
            <a:extLst>
              <a:ext uri="{FF2B5EF4-FFF2-40B4-BE49-F238E27FC236}">
                <a16:creationId xmlns:a16="http://schemas.microsoft.com/office/drawing/2014/main" id="{5AE848D5-D566-C88F-4A3A-2955C3785F10}"/>
              </a:ext>
            </a:extLst>
          </p:cNvPr>
          <p:cNvSpPr txBox="1"/>
          <p:nvPr/>
        </p:nvSpPr>
        <p:spPr>
          <a:xfrm>
            <a:off x="257387" y="3109886"/>
            <a:ext cx="11270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457189" indent="-457189">
              <a:buClr>
                <a:srgbClr val="000000"/>
              </a:buClr>
              <a:buSzPts val="1800"/>
              <a:buFont typeface="Arial"/>
              <a:buAutoNum type="arabicPeriod" startAt="2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 Data, make a new directory and move into this location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487;p145">
            <a:extLst>
              <a:ext uri="{FF2B5EF4-FFF2-40B4-BE49-F238E27FC236}">
                <a16:creationId xmlns:a16="http://schemas.microsoft.com/office/drawing/2014/main" id="{6BBE68A0-8E70-292F-3A4A-E790F3DFBBEE}"/>
              </a:ext>
            </a:extLst>
          </p:cNvPr>
          <p:cNvSpPr/>
          <p:nvPr/>
        </p:nvSpPr>
        <p:spPr>
          <a:xfrm>
            <a:off x="402568" y="4140696"/>
            <a:ext cx="11270800" cy="9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57189" indent="-457189">
              <a:buClr>
                <a:srgbClr val="000000"/>
              </a:buClr>
              <a:buSzPts val="1800"/>
              <a:buFont typeface="Arial"/>
              <a:buAutoNum type="arabicPeriod" startAt="3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From this new directory, move into your home directory IN ONE COMMAND and check your location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4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88;p145">
            <a:extLst>
              <a:ext uri="{FF2B5EF4-FFF2-40B4-BE49-F238E27FC236}">
                <a16:creationId xmlns:a16="http://schemas.microsoft.com/office/drawing/2014/main" id="{46990B7F-E663-10E9-10DC-F04EDC8B8810}"/>
              </a:ext>
            </a:extLst>
          </p:cNvPr>
          <p:cNvSpPr txBox="1"/>
          <p:nvPr/>
        </p:nvSpPr>
        <p:spPr>
          <a:xfrm>
            <a:off x="663800" y="5016733"/>
            <a:ext cx="2093200" cy="4923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../.. </a:t>
            </a:r>
            <a:endParaRPr sz="2400" dirty="0"/>
          </a:p>
        </p:txBody>
      </p:sp>
      <p:sp>
        <p:nvSpPr>
          <p:cNvPr id="9" name="Google Shape;1489;p145">
            <a:extLst>
              <a:ext uri="{FF2B5EF4-FFF2-40B4-BE49-F238E27FC236}">
                <a16:creationId xmlns:a16="http://schemas.microsoft.com/office/drawing/2014/main" id="{74E532D4-53B5-7F05-091D-BBCF93A6FFBA}"/>
              </a:ext>
            </a:extLst>
          </p:cNvPr>
          <p:cNvSpPr/>
          <p:nvPr/>
        </p:nvSpPr>
        <p:spPr>
          <a:xfrm>
            <a:off x="3831387" y="2399899"/>
            <a:ext cx="3940000" cy="5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/home/genomics/</a:t>
            </a:r>
            <a:endParaRPr sz="2400"/>
          </a:p>
        </p:txBody>
      </p:sp>
      <p:sp>
        <p:nvSpPr>
          <p:cNvPr id="10" name="Google Shape;1490;p145">
            <a:extLst>
              <a:ext uri="{FF2B5EF4-FFF2-40B4-BE49-F238E27FC236}">
                <a16:creationId xmlns:a16="http://schemas.microsoft.com/office/drawing/2014/main" id="{7B221A73-F3E1-A8BE-C7AA-83843E40C0D9}"/>
              </a:ext>
            </a:extLst>
          </p:cNvPr>
          <p:cNvSpPr/>
          <p:nvPr/>
        </p:nvSpPr>
        <p:spPr>
          <a:xfrm>
            <a:off x="2996793" y="2413011"/>
            <a:ext cx="622400" cy="39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491;p145">
            <a:extLst>
              <a:ext uri="{FF2B5EF4-FFF2-40B4-BE49-F238E27FC236}">
                <a16:creationId xmlns:a16="http://schemas.microsoft.com/office/drawing/2014/main" id="{8551F4D5-7D2F-51D2-EE83-36BA40957D78}"/>
              </a:ext>
            </a:extLst>
          </p:cNvPr>
          <p:cNvSpPr/>
          <p:nvPr/>
        </p:nvSpPr>
        <p:spPr>
          <a:xfrm>
            <a:off x="8787100" y="2396970"/>
            <a:ext cx="1354400" cy="47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~</a:t>
            </a:r>
            <a:endParaRPr sz="2400" dirty="0"/>
          </a:p>
        </p:txBody>
      </p:sp>
      <p:sp>
        <p:nvSpPr>
          <p:cNvPr id="12" name="Google Shape;1492;p145">
            <a:extLst>
              <a:ext uri="{FF2B5EF4-FFF2-40B4-BE49-F238E27FC236}">
                <a16:creationId xmlns:a16="http://schemas.microsoft.com/office/drawing/2014/main" id="{4258AA85-FFCC-24B6-33F3-E97179AA31B8}"/>
              </a:ext>
            </a:extLst>
          </p:cNvPr>
          <p:cNvSpPr/>
          <p:nvPr/>
        </p:nvSpPr>
        <p:spPr>
          <a:xfrm>
            <a:off x="7771387" y="2345716"/>
            <a:ext cx="62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493;p145">
            <a:extLst>
              <a:ext uri="{FF2B5EF4-FFF2-40B4-BE49-F238E27FC236}">
                <a16:creationId xmlns:a16="http://schemas.microsoft.com/office/drawing/2014/main" id="{45D34C8A-42E9-0174-AEAE-587D794BD6F0}"/>
              </a:ext>
            </a:extLst>
          </p:cNvPr>
          <p:cNvSpPr txBox="1"/>
          <p:nvPr/>
        </p:nvSpPr>
        <p:spPr>
          <a:xfrm>
            <a:off x="8165167" y="3267140"/>
            <a:ext cx="2280800" cy="861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GB" sz="240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mkdir</a:t>
            </a: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new</a:t>
            </a:r>
            <a:endParaRPr sz="2400" dirty="0"/>
          </a:p>
          <a:p>
            <a:pPr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new</a:t>
            </a:r>
            <a:endParaRPr sz="2400" dirty="0"/>
          </a:p>
        </p:txBody>
      </p:sp>
      <p:sp>
        <p:nvSpPr>
          <p:cNvPr id="14" name="Google Shape;1494;p145">
            <a:extLst>
              <a:ext uri="{FF2B5EF4-FFF2-40B4-BE49-F238E27FC236}">
                <a16:creationId xmlns:a16="http://schemas.microsoft.com/office/drawing/2014/main" id="{10B148A3-A0A4-BD84-ABA3-AD3DC6DA023A}"/>
              </a:ext>
            </a:extLst>
          </p:cNvPr>
          <p:cNvSpPr txBox="1"/>
          <p:nvPr/>
        </p:nvSpPr>
        <p:spPr>
          <a:xfrm>
            <a:off x="663800" y="5386066"/>
            <a:ext cx="1169600" cy="4923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pwd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" name="Google Shape;1495;p145">
            <a:extLst>
              <a:ext uri="{FF2B5EF4-FFF2-40B4-BE49-F238E27FC236}">
                <a16:creationId xmlns:a16="http://schemas.microsoft.com/office/drawing/2014/main" id="{630E0134-94E5-6DD7-941D-A1B3D4FF642A}"/>
              </a:ext>
            </a:extLst>
          </p:cNvPr>
          <p:cNvSpPr/>
          <p:nvPr/>
        </p:nvSpPr>
        <p:spPr>
          <a:xfrm>
            <a:off x="3397867" y="5020034"/>
            <a:ext cx="3940000" cy="47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/home/genomics/</a:t>
            </a:r>
            <a:endParaRPr sz="2400"/>
          </a:p>
        </p:txBody>
      </p:sp>
      <p:sp>
        <p:nvSpPr>
          <p:cNvPr id="16" name="Google Shape;1496;p145">
            <a:extLst>
              <a:ext uri="{FF2B5EF4-FFF2-40B4-BE49-F238E27FC236}">
                <a16:creationId xmlns:a16="http://schemas.microsoft.com/office/drawing/2014/main" id="{B2B29CAB-129B-AA3E-0C53-AF2CC10AB446}"/>
              </a:ext>
            </a:extLst>
          </p:cNvPr>
          <p:cNvSpPr/>
          <p:nvPr/>
        </p:nvSpPr>
        <p:spPr>
          <a:xfrm>
            <a:off x="2775472" y="5016731"/>
            <a:ext cx="62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497;p145">
            <a:extLst>
              <a:ext uri="{FF2B5EF4-FFF2-40B4-BE49-F238E27FC236}">
                <a16:creationId xmlns:a16="http://schemas.microsoft.com/office/drawing/2014/main" id="{D79ACF0D-3B20-E3F3-BE77-614E21AE606C}"/>
              </a:ext>
            </a:extLst>
          </p:cNvPr>
          <p:cNvSpPr/>
          <p:nvPr/>
        </p:nvSpPr>
        <p:spPr>
          <a:xfrm>
            <a:off x="7354185" y="5028569"/>
            <a:ext cx="62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498;p145">
            <a:extLst>
              <a:ext uri="{FF2B5EF4-FFF2-40B4-BE49-F238E27FC236}">
                <a16:creationId xmlns:a16="http://schemas.microsoft.com/office/drawing/2014/main" id="{0137B8CE-7A29-A95E-555D-11AD4027AA21}"/>
              </a:ext>
            </a:extLst>
          </p:cNvPr>
          <p:cNvSpPr/>
          <p:nvPr/>
        </p:nvSpPr>
        <p:spPr>
          <a:xfrm>
            <a:off x="7976567" y="5016733"/>
            <a:ext cx="1354400" cy="47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~</a:t>
            </a:r>
            <a:endParaRPr sz="2400"/>
          </a:p>
        </p:txBody>
      </p:sp>
      <p:sp>
        <p:nvSpPr>
          <p:cNvPr id="19" name="Google Shape;1499;p145">
            <a:extLst>
              <a:ext uri="{FF2B5EF4-FFF2-40B4-BE49-F238E27FC236}">
                <a16:creationId xmlns:a16="http://schemas.microsoft.com/office/drawing/2014/main" id="{EE348D62-0B12-76FF-331D-559177A8363C}"/>
              </a:ext>
            </a:extLst>
          </p:cNvPr>
          <p:cNvSpPr/>
          <p:nvPr/>
        </p:nvSpPr>
        <p:spPr>
          <a:xfrm>
            <a:off x="9953367" y="5020034"/>
            <a:ext cx="985200" cy="47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</a:t>
            </a:r>
            <a:endParaRPr sz="2400"/>
          </a:p>
        </p:txBody>
      </p:sp>
      <p:sp>
        <p:nvSpPr>
          <p:cNvPr id="20" name="Google Shape;1500;p145">
            <a:extLst>
              <a:ext uri="{FF2B5EF4-FFF2-40B4-BE49-F238E27FC236}">
                <a16:creationId xmlns:a16="http://schemas.microsoft.com/office/drawing/2014/main" id="{466C7D3E-6EE2-27E5-E2E0-523E9D04ED52}"/>
              </a:ext>
            </a:extLst>
          </p:cNvPr>
          <p:cNvSpPr/>
          <p:nvPr/>
        </p:nvSpPr>
        <p:spPr>
          <a:xfrm>
            <a:off x="9330975" y="5020025"/>
            <a:ext cx="62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454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A88CE8-A0A7-C147-F3CC-541B8EF66D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30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506;p146">
            <a:extLst>
              <a:ext uri="{FF2B5EF4-FFF2-40B4-BE49-F238E27FC236}">
                <a16:creationId xmlns:a16="http://schemas.microsoft.com/office/drawing/2014/main" id="{69F0184B-9A90-B335-A174-E32B7E27AAAA}"/>
              </a:ext>
            </a:extLst>
          </p:cNvPr>
          <p:cNvSpPr/>
          <p:nvPr/>
        </p:nvSpPr>
        <p:spPr>
          <a:xfrm>
            <a:off x="2813295" y="2850134"/>
            <a:ext cx="6455395" cy="127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Start by typing: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Followed by tab twice quickly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507;p146">
            <a:extLst>
              <a:ext uri="{FF2B5EF4-FFF2-40B4-BE49-F238E27FC236}">
                <a16:creationId xmlns:a16="http://schemas.microsoft.com/office/drawing/2014/main" id="{1913A8F6-BB5A-5727-7D21-D066E332A59B}"/>
              </a:ext>
            </a:extLst>
          </p:cNvPr>
          <p:cNvSpPr txBox="1"/>
          <p:nvPr/>
        </p:nvSpPr>
        <p:spPr>
          <a:xfrm>
            <a:off x="81720" y="893693"/>
            <a:ext cx="113940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ct val="100000"/>
            </a:pPr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If You’re Typing, You’re Doing Something </a:t>
            </a:r>
            <a:r>
              <a:rPr lang="en-GB" sz="4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Wrong!</a:t>
            </a:r>
            <a:endParaRPr sz="4000" dirty="0">
              <a:solidFill>
                <a:schemeClr val="bg1"/>
              </a:solidFill>
            </a:endParaRPr>
          </a:p>
        </p:txBody>
      </p:sp>
      <p:sp>
        <p:nvSpPr>
          <p:cNvPr id="5" name="Google Shape;1508;p146">
            <a:extLst>
              <a:ext uri="{FF2B5EF4-FFF2-40B4-BE49-F238E27FC236}">
                <a16:creationId xmlns:a16="http://schemas.microsoft.com/office/drawing/2014/main" id="{95E1C32C-A514-6F2B-0651-95FEE8AC53C4}"/>
              </a:ext>
            </a:extLst>
          </p:cNvPr>
          <p:cNvSpPr txBox="1"/>
          <p:nvPr/>
        </p:nvSpPr>
        <p:spPr>
          <a:xfrm>
            <a:off x="877985" y="1619082"/>
            <a:ext cx="10436000" cy="123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Tab complete is a nice trick to save you typing paths</a:t>
            </a:r>
            <a:endParaRPr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this example we are going to list everything in the directory </a:t>
            </a:r>
            <a:endParaRPr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/home/genomics/</a:t>
            </a:r>
            <a:r>
              <a:rPr lang="en-GB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workshop_materials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</a:t>
            </a:r>
            <a:endParaRPr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509;p146">
            <a:extLst>
              <a:ext uri="{FF2B5EF4-FFF2-40B4-BE49-F238E27FC236}">
                <a16:creationId xmlns:a16="http://schemas.microsoft.com/office/drawing/2014/main" id="{DECAA6DC-C8B0-B02D-16F5-5426840BF43B}"/>
              </a:ext>
            </a:extLst>
          </p:cNvPr>
          <p:cNvSpPr/>
          <p:nvPr/>
        </p:nvSpPr>
        <p:spPr>
          <a:xfrm>
            <a:off x="4906833" y="3398544"/>
            <a:ext cx="2210800" cy="46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/	</a:t>
            </a:r>
            <a:endParaRPr sz="2400"/>
          </a:p>
        </p:txBody>
      </p:sp>
      <p:sp>
        <p:nvSpPr>
          <p:cNvPr id="7" name="Google Shape;1510;p146">
            <a:extLst>
              <a:ext uri="{FF2B5EF4-FFF2-40B4-BE49-F238E27FC236}">
                <a16:creationId xmlns:a16="http://schemas.microsoft.com/office/drawing/2014/main" id="{A9050C25-6AE6-8852-7D7E-311BE46F0975}"/>
              </a:ext>
            </a:extLst>
          </p:cNvPr>
          <p:cNvSpPr txBox="1"/>
          <p:nvPr/>
        </p:nvSpPr>
        <p:spPr>
          <a:xfrm>
            <a:off x="3156785" y="6076415"/>
            <a:ext cx="58784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This shows the contents of the root directory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1512;p146" descr="Screen Shot 2018-09-11 at 13.47.51.png">
            <a:extLst>
              <a:ext uri="{FF2B5EF4-FFF2-40B4-BE49-F238E27FC236}">
                <a16:creationId xmlns:a16="http://schemas.microsoft.com/office/drawing/2014/main" id="{6B32AE2B-856B-0E96-7FEA-4F8407CDABC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41265" y="4415754"/>
            <a:ext cx="7950603" cy="16606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525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65EF5C-9F3D-02E8-8ACB-5E73DCC84B9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517;p147">
            <a:extLst>
              <a:ext uri="{FF2B5EF4-FFF2-40B4-BE49-F238E27FC236}">
                <a16:creationId xmlns:a16="http://schemas.microsoft.com/office/drawing/2014/main" id="{C9EC268E-DC15-9509-34F6-162EEDF048F7}"/>
              </a:ext>
            </a:extLst>
          </p:cNvPr>
          <p:cNvSpPr txBox="1"/>
          <p:nvPr/>
        </p:nvSpPr>
        <p:spPr>
          <a:xfrm>
            <a:off x="3426033" y="1460167"/>
            <a:ext cx="1644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Now type: </a:t>
            </a:r>
            <a:endParaRPr sz="2400" dirty="0"/>
          </a:p>
        </p:txBody>
      </p:sp>
      <p:sp>
        <p:nvSpPr>
          <p:cNvPr id="4" name="Google Shape;1518;p147">
            <a:extLst>
              <a:ext uri="{FF2B5EF4-FFF2-40B4-BE49-F238E27FC236}">
                <a16:creationId xmlns:a16="http://schemas.microsoft.com/office/drawing/2014/main" id="{557F9F52-B3B7-BBA2-2ADC-C1FCCA7CE910}"/>
              </a:ext>
            </a:extLst>
          </p:cNvPr>
          <p:cNvSpPr/>
          <p:nvPr/>
        </p:nvSpPr>
        <p:spPr>
          <a:xfrm>
            <a:off x="5070733" y="1572933"/>
            <a:ext cx="2210800" cy="43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/h</a:t>
            </a:r>
            <a:endParaRPr sz="2400" dirty="0"/>
          </a:p>
        </p:txBody>
      </p:sp>
      <p:sp>
        <p:nvSpPr>
          <p:cNvPr id="5" name="Google Shape;1519;p147">
            <a:extLst>
              <a:ext uri="{FF2B5EF4-FFF2-40B4-BE49-F238E27FC236}">
                <a16:creationId xmlns:a16="http://schemas.microsoft.com/office/drawing/2014/main" id="{140CF3A6-0187-2069-06B1-2DE67468EC35}"/>
              </a:ext>
            </a:extLst>
          </p:cNvPr>
          <p:cNvSpPr txBox="1"/>
          <p:nvPr/>
        </p:nvSpPr>
        <p:spPr>
          <a:xfrm>
            <a:off x="9260317" y="4337097"/>
            <a:ext cx="3009236" cy="1600384"/>
          </a:xfrm>
          <a:prstGeom prst="rect">
            <a:avLst/>
          </a:prstGeom>
          <a:noFill/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 complete will fill in paths, save you time in typing</a:t>
            </a:r>
            <a:r>
              <a:rPr lang="en-GB" sz="2400" dirty="0"/>
              <a:t> </a:t>
            </a: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prevent typos!</a:t>
            </a:r>
            <a:endParaRPr sz="2400" dirty="0"/>
          </a:p>
        </p:txBody>
      </p:sp>
      <p:sp>
        <p:nvSpPr>
          <p:cNvPr id="6" name="Google Shape;1520;p147">
            <a:extLst>
              <a:ext uri="{FF2B5EF4-FFF2-40B4-BE49-F238E27FC236}">
                <a16:creationId xmlns:a16="http://schemas.microsoft.com/office/drawing/2014/main" id="{91894CAA-ADF2-DE34-0969-180D3A8D2BB3}"/>
              </a:ext>
            </a:extLst>
          </p:cNvPr>
          <p:cNvSpPr txBox="1"/>
          <p:nvPr/>
        </p:nvSpPr>
        <p:spPr>
          <a:xfrm>
            <a:off x="1777133" y="2087835"/>
            <a:ext cx="8798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Followed by tab once. The path to the /home/ directory has filled in.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521;p147">
            <a:extLst>
              <a:ext uri="{FF2B5EF4-FFF2-40B4-BE49-F238E27FC236}">
                <a16:creationId xmlns:a16="http://schemas.microsoft.com/office/drawing/2014/main" id="{108A9E9F-EADB-5F77-014D-357B2B7B4677}"/>
              </a:ext>
            </a:extLst>
          </p:cNvPr>
          <p:cNvSpPr/>
          <p:nvPr/>
        </p:nvSpPr>
        <p:spPr>
          <a:xfrm>
            <a:off x="4964433" y="2596257"/>
            <a:ext cx="2423600" cy="49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/home/</a:t>
            </a:r>
            <a:endParaRPr sz="2400"/>
          </a:p>
        </p:txBody>
      </p:sp>
      <p:sp>
        <p:nvSpPr>
          <p:cNvPr id="8" name="Google Shape;1522;p147">
            <a:extLst>
              <a:ext uri="{FF2B5EF4-FFF2-40B4-BE49-F238E27FC236}">
                <a16:creationId xmlns:a16="http://schemas.microsoft.com/office/drawing/2014/main" id="{2039F0A0-3FED-4E7E-9E98-FC83EB5964C3}"/>
              </a:ext>
            </a:extLst>
          </p:cNvPr>
          <p:cNvSpPr txBox="1"/>
          <p:nvPr/>
        </p:nvSpPr>
        <p:spPr>
          <a:xfrm>
            <a:off x="5407976" y="3032269"/>
            <a:ext cx="15364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Now type: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1523;p147">
            <a:extLst>
              <a:ext uri="{FF2B5EF4-FFF2-40B4-BE49-F238E27FC236}">
                <a16:creationId xmlns:a16="http://schemas.microsoft.com/office/drawing/2014/main" id="{4F3B7DFE-D3EE-744A-B713-86572BE251D6}"/>
              </a:ext>
            </a:extLst>
          </p:cNvPr>
          <p:cNvSpPr/>
          <p:nvPr/>
        </p:nvSpPr>
        <p:spPr>
          <a:xfrm>
            <a:off x="4734133" y="3468293"/>
            <a:ext cx="2884000" cy="49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/home/g</a:t>
            </a:r>
            <a:endParaRPr sz="2400"/>
          </a:p>
        </p:txBody>
      </p:sp>
      <p:sp>
        <p:nvSpPr>
          <p:cNvPr id="10" name="Google Shape;1524;p147">
            <a:extLst>
              <a:ext uri="{FF2B5EF4-FFF2-40B4-BE49-F238E27FC236}">
                <a16:creationId xmlns:a16="http://schemas.microsoft.com/office/drawing/2014/main" id="{4D4F7BD2-88A8-135D-3F59-04F33BD6050B}"/>
              </a:ext>
            </a:extLst>
          </p:cNvPr>
          <p:cNvSpPr txBox="1"/>
          <p:nvPr/>
        </p:nvSpPr>
        <p:spPr>
          <a:xfrm>
            <a:off x="1049279" y="3904251"/>
            <a:ext cx="10105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Followed by tab once. The path to the /home/genomics/ directory has filled in.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525;p147">
            <a:extLst>
              <a:ext uri="{FF2B5EF4-FFF2-40B4-BE49-F238E27FC236}">
                <a16:creationId xmlns:a16="http://schemas.microsoft.com/office/drawing/2014/main" id="{09492466-7739-B309-5C8F-3971F18B7694}"/>
              </a:ext>
            </a:extLst>
          </p:cNvPr>
          <p:cNvSpPr/>
          <p:nvPr/>
        </p:nvSpPr>
        <p:spPr>
          <a:xfrm>
            <a:off x="4102833" y="4340287"/>
            <a:ext cx="4146800" cy="49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/home/genomics</a:t>
            </a:r>
            <a:endParaRPr sz="2400" dirty="0"/>
          </a:p>
        </p:txBody>
      </p:sp>
      <p:sp>
        <p:nvSpPr>
          <p:cNvPr id="12" name="Google Shape;1527;p147">
            <a:extLst>
              <a:ext uri="{FF2B5EF4-FFF2-40B4-BE49-F238E27FC236}">
                <a16:creationId xmlns:a16="http://schemas.microsoft.com/office/drawing/2014/main" id="{F178CF85-691F-0E41-F874-AF79770A93BB}"/>
              </a:ext>
            </a:extLst>
          </p:cNvPr>
          <p:cNvSpPr txBox="1"/>
          <p:nvPr/>
        </p:nvSpPr>
        <p:spPr>
          <a:xfrm>
            <a:off x="310320" y="858621"/>
            <a:ext cx="11394000" cy="72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ct val="100000"/>
            </a:pP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If You’re Typing, You’re Doing Something 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Wrong!</a:t>
            </a:r>
            <a:endParaRPr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1528;p147">
            <a:extLst>
              <a:ext uri="{FF2B5EF4-FFF2-40B4-BE49-F238E27FC236}">
                <a16:creationId xmlns:a16="http://schemas.microsoft.com/office/drawing/2014/main" id="{E5CC715C-7B8F-3F43-AA52-0D86DF68F73C}"/>
              </a:ext>
            </a:extLst>
          </p:cNvPr>
          <p:cNvSpPr txBox="1"/>
          <p:nvPr/>
        </p:nvSpPr>
        <p:spPr>
          <a:xfrm>
            <a:off x="5297593" y="4776309"/>
            <a:ext cx="17572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Finally type: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Google Shape;1529;p147">
            <a:extLst>
              <a:ext uri="{FF2B5EF4-FFF2-40B4-BE49-F238E27FC236}">
                <a16:creationId xmlns:a16="http://schemas.microsoft.com/office/drawing/2014/main" id="{3E389100-7A8B-BEAB-75F0-EC79ECF44E63}"/>
              </a:ext>
            </a:extLst>
          </p:cNvPr>
          <p:cNvSpPr/>
          <p:nvPr/>
        </p:nvSpPr>
        <p:spPr>
          <a:xfrm>
            <a:off x="4102833" y="5212325"/>
            <a:ext cx="4146800" cy="49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/home/genomics/w</a:t>
            </a:r>
            <a:endParaRPr sz="2400"/>
          </a:p>
        </p:txBody>
      </p:sp>
      <p:sp>
        <p:nvSpPr>
          <p:cNvPr id="15" name="Google Shape;1530;p147">
            <a:extLst>
              <a:ext uri="{FF2B5EF4-FFF2-40B4-BE49-F238E27FC236}">
                <a16:creationId xmlns:a16="http://schemas.microsoft.com/office/drawing/2014/main" id="{CD68A8AD-E6DC-F3A6-A712-62C203DBAA69}"/>
              </a:ext>
            </a:extLst>
          </p:cNvPr>
          <p:cNvSpPr txBox="1"/>
          <p:nvPr/>
        </p:nvSpPr>
        <p:spPr>
          <a:xfrm>
            <a:off x="217720" y="5704725"/>
            <a:ext cx="9493426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Followed by tab once to finish the path, and then enter.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You’ve now listed that directory contents.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86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86F8CF-0201-149D-E8F2-A41844D190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1535;p148">
            <a:extLst>
              <a:ext uri="{FF2B5EF4-FFF2-40B4-BE49-F238E27FC236}">
                <a16:creationId xmlns:a16="http://schemas.microsoft.com/office/drawing/2014/main" id="{ADE21190-4B09-20E4-A248-645BD42CCBA5}"/>
              </a:ext>
            </a:extLst>
          </p:cNvPr>
          <p:cNvSpPr txBox="1"/>
          <p:nvPr/>
        </p:nvSpPr>
        <p:spPr>
          <a:xfrm>
            <a:off x="877985" y="1621594"/>
            <a:ext cx="10436000" cy="4924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Two more tricks for less typing!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 Represents a special character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example: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lang="en-GB"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Will list everything in my home directory ending .txt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 up arrow can be used to re-run commands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Press your up arrow and see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If you want all of these commands listed, simply type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536;p148">
            <a:extLst>
              <a:ext uri="{FF2B5EF4-FFF2-40B4-BE49-F238E27FC236}">
                <a16:creationId xmlns:a16="http://schemas.microsoft.com/office/drawing/2014/main" id="{5377EE6F-73D7-1FDF-2019-9AC93F6EF106}"/>
              </a:ext>
            </a:extLst>
          </p:cNvPr>
          <p:cNvSpPr/>
          <p:nvPr/>
        </p:nvSpPr>
        <p:spPr>
          <a:xfrm>
            <a:off x="3664200" y="2908564"/>
            <a:ext cx="4863600" cy="48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/home/genomics/*.txt</a:t>
            </a:r>
            <a:endParaRPr sz="2400" dirty="0"/>
          </a:p>
        </p:txBody>
      </p:sp>
      <p:sp>
        <p:nvSpPr>
          <p:cNvPr id="8" name="Google Shape;1537;p148">
            <a:extLst>
              <a:ext uri="{FF2B5EF4-FFF2-40B4-BE49-F238E27FC236}">
                <a16:creationId xmlns:a16="http://schemas.microsoft.com/office/drawing/2014/main" id="{26F47798-31D5-88E0-B559-4CB196E2BC98}"/>
              </a:ext>
            </a:extLst>
          </p:cNvPr>
          <p:cNvSpPr txBox="1"/>
          <p:nvPr/>
        </p:nvSpPr>
        <p:spPr>
          <a:xfrm>
            <a:off x="5020924" y="5861573"/>
            <a:ext cx="1908400" cy="4923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history</a:t>
            </a:r>
            <a:endParaRPr sz="2400"/>
          </a:p>
        </p:txBody>
      </p:sp>
      <p:sp>
        <p:nvSpPr>
          <p:cNvPr id="10" name="Google Shape;1539;p148">
            <a:extLst>
              <a:ext uri="{FF2B5EF4-FFF2-40B4-BE49-F238E27FC236}">
                <a16:creationId xmlns:a16="http://schemas.microsoft.com/office/drawing/2014/main" id="{5ED6DC6E-FBE9-09CB-A560-A4E78885ADFB}"/>
              </a:ext>
            </a:extLst>
          </p:cNvPr>
          <p:cNvSpPr txBox="1"/>
          <p:nvPr/>
        </p:nvSpPr>
        <p:spPr>
          <a:xfrm>
            <a:off x="180109" y="942449"/>
            <a:ext cx="12232844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ct val="100000"/>
            </a:pP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If You’re Typing, You’re Doing Something Wrong!</a:t>
            </a:r>
            <a:endParaRPr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9708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204B7A-5E0E-BFA3-BB82-A716FB93C2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33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1550;p150">
            <a:extLst>
              <a:ext uri="{FF2B5EF4-FFF2-40B4-BE49-F238E27FC236}">
                <a16:creationId xmlns:a16="http://schemas.microsoft.com/office/drawing/2014/main" id="{05AEE40C-236F-3AFF-76C2-37066A08FC05}"/>
              </a:ext>
            </a:extLst>
          </p:cNvPr>
          <p:cNvSpPr txBox="1"/>
          <p:nvPr/>
        </p:nvSpPr>
        <p:spPr>
          <a:xfrm>
            <a:off x="611320" y="887438"/>
            <a:ext cx="1086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32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Binary programs</a:t>
            </a:r>
            <a:endParaRPr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551;p150">
            <a:extLst>
              <a:ext uri="{FF2B5EF4-FFF2-40B4-BE49-F238E27FC236}">
                <a16:creationId xmlns:a16="http://schemas.microsoft.com/office/drawing/2014/main" id="{BD60258F-2CF5-7E9A-B11D-F19B27373B92}"/>
              </a:ext>
            </a:extLst>
          </p:cNvPr>
          <p:cNvSpPr txBox="1"/>
          <p:nvPr/>
        </p:nvSpPr>
        <p:spPr>
          <a:xfrm>
            <a:off x="2249916" y="1485985"/>
            <a:ext cx="7692000" cy="176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GB" sz="2667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These are all programs installed on the Unix machine.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26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GB" sz="2667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They can be found in /bin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26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552;p150">
            <a:extLst>
              <a:ext uri="{FF2B5EF4-FFF2-40B4-BE49-F238E27FC236}">
                <a16:creationId xmlns:a16="http://schemas.microsoft.com/office/drawing/2014/main" id="{8D6DE46D-2AFD-D601-86E8-ABFC772443FA}"/>
              </a:ext>
            </a:extLst>
          </p:cNvPr>
          <p:cNvSpPr txBox="1"/>
          <p:nvPr/>
        </p:nvSpPr>
        <p:spPr>
          <a:xfrm>
            <a:off x="3890630" y="6029529"/>
            <a:ext cx="5613587" cy="5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These include </a:t>
            </a:r>
            <a:r>
              <a:rPr lang="en-GB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pwd</a:t>
            </a: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</a:t>
            </a:r>
            <a:r>
              <a:rPr lang="en-GB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mkdir</a:t>
            </a: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ls …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1553;p150">
            <a:extLst>
              <a:ext uri="{FF2B5EF4-FFF2-40B4-BE49-F238E27FC236}">
                <a16:creationId xmlns:a16="http://schemas.microsoft.com/office/drawing/2014/main" id="{BE5C02AB-0007-7C10-CFED-EA8F876BE00B}"/>
              </a:ext>
            </a:extLst>
          </p:cNvPr>
          <p:cNvSpPr/>
          <p:nvPr/>
        </p:nvSpPr>
        <p:spPr>
          <a:xfrm>
            <a:off x="5212181" y="1951068"/>
            <a:ext cx="1908400" cy="448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/bin</a:t>
            </a:r>
            <a:endParaRPr sz="2400" dirty="0"/>
          </a:p>
        </p:txBody>
      </p:sp>
      <p:pic>
        <p:nvPicPr>
          <p:cNvPr id="12" name="Google Shape;1555;p150" descr="Screen Shot 2018-09-11 at 15.10.38.png">
            <a:extLst>
              <a:ext uri="{FF2B5EF4-FFF2-40B4-BE49-F238E27FC236}">
                <a16:creationId xmlns:a16="http://schemas.microsoft.com/office/drawing/2014/main" id="{11D59B89-8880-1740-0593-7609C94DBE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818661" y="2759090"/>
            <a:ext cx="7350576" cy="32704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37072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FB055F-DE3E-EA29-3D75-C3DF41472C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560;p151">
            <a:extLst>
              <a:ext uri="{FF2B5EF4-FFF2-40B4-BE49-F238E27FC236}">
                <a16:creationId xmlns:a16="http://schemas.microsoft.com/office/drawing/2014/main" id="{4981762C-9BC0-9F50-7AA4-0316088F8126}"/>
              </a:ext>
            </a:extLst>
          </p:cNvPr>
          <p:cNvSpPr txBox="1"/>
          <p:nvPr/>
        </p:nvSpPr>
        <p:spPr>
          <a:xfrm>
            <a:off x="54257" y="831417"/>
            <a:ext cx="12041200" cy="87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ct val="100000"/>
            </a:pP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Every binary program has a manual</a:t>
            </a:r>
            <a:endParaRPr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561;p151">
            <a:extLst>
              <a:ext uri="{FF2B5EF4-FFF2-40B4-BE49-F238E27FC236}">
                <a16:creationId xmlns:a16="http://schemas.microsoft.com/office/drawing/2014/main" id="{CFFB448A-FB7D-7D86-5F23-1E98DB9CC51E}"/>
              </a:ext>
            </a:extLst>
          </p:cNvPr>
          <p:cNvSpPr txBox="1"/>
          <p:nvPr/>
        </p:nvSpPr>
        <p:spPr>
          <a:xfrm>
            <a:off x="838767" y="1472623"/>
            <a:ext cx="10548000" cy="340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133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To view the manual page, type man followed by the name of the program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133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sz="2133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GB" sz="2133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Open the manual page for ls</a:t>
            </a:r>
            <a:endParaRPr sz="2133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/>
            <a:endParaRPr sz="2133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endParaRPr lang="en-GB" sz="2133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GB" sz="2133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Scroll through (enter) and find the options for: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133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long listing format (</a:t>
            </a:r>
            <a:r>
              <a:rPr lang="en-GB" sz="2133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-l</a:t>
            </a:r>
            <a:r>
              <a:rPr lang="en-GB" sz="2133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), human-readable sizes (</a:t>
            </a:r>
            <a:r>
              <a:rPr lang="en-GB" sz="2133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-h</a:t>
            </a:r>
            <a:r>
              <a:rPr lang="en-GB" sz="2133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) and sort by modification time (</a:t>
            </a:r>
            <a:r>
              <a:rPr lang="en-GB" sz="2133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-t</a:t>
            </a:r>
            <a:r>
              <a:rPr lang="en-GB" sz="2133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)</a:t>
            </a:r>
            <a:endParaRPr sz="2133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/>
            <a:r>
              <a:rPr lang="en-GB" sz="2133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Exit the manual page (type q) and give these ls options a go in your Data directory</a:t>
            </a:r>
            <a:endParaRPr sz="2133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1800"/>
            </a:pPr>
            <a:endParaRPr sz="2133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562;p151">
            <a:extLst>
              <a:ext uri="{FF2B5EF4-FFF2-40B4-BE49-F238E27FC236}">
                <a16:creationId xmlns:a16="http://schemas.microsoft.com/office/drawing/2014/main" id="{4A308F99-D4A1-5D78-4662-BAB5E7D0179A}"/>
              </a:ext>
            </a:extLst>
          </p:cNvPr>
          <p:cNvSpPr/>
          <p:nvPr/>
        </p:nvSpPr>
        <p:spPr>
          <a:xfrm>
            <a:off x="4419767" y="1912928"/>
            <a:ext cx="3386000" cy="46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man &lt;PROGRAMME&gt;</a:t>
            </a:r>
            <a:endParaRPr sz="2400" dirty="0"/>
          </a:p>
        </p:txBody>
      </p:sp>
      <p:pic>
        <p:nvPicPr>
          <p:cNvPr id="6" name="Google Shape;1563;p151">
            <a:extLst>
              <a:ext uri="{FF2B5EF4-FFF2-40B4-BE49-F238E27FC236}">
                <a16:creationId xmlns:a16="http://schemas.microsoft.com/office/drawing/2014/main" id="{C72D7C90-57F9-5205-AF90-5AAA2A51E9A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16" y="2085825"/>
            <a:ext cx="1833881" cy="145257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565;p151">
            <a:extLst>
              <a:ext uri="{FF2B5EF4-FFF2-40B4-BE49-F238E27FC236}">
                <a16:creationId xmlns:a16="http://schemas.microsoft.com/office/drawing/2014/main" id="{96C5103D-8DF1-9CA9-26AC-4C60013413CB}"/>
              </a:ext>
            </a:extLst>
          </p:cNvPr>
          <p:cNvSpPr/>
          <p:nvPr/>
        </p:nvSpPr>
        <p:spPr>
          <a:xfrm>
            <a:off x="5347949" y="2927021"/>
            <a:ext cx="1723600" cy="4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man ls</a:t>
            </a:r>
            <a:endParaRPr sz="2400" dirty="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" name="Google Shape;1566;p151">
            <a:extLst>
              <a:ext uri="{FF2B5EF4-FFF2-40B4-BE49-F238E27FC236}">
                <a16:creationId xmlns:a16="http://schemas.microsoft.com/office/drawing/2014/main" id="{C2B42C6C-E665-D759-F89F-246CB5037435}"/>
              </a:ext>
            </a:extLst>
          </p:cNvPr>
          <p:cNvSpPr/>
          <p:nvPr/>
        </p:nvSpPr>
        <p:spPr>
          <a:xfrm>
            <a:off x="2808533" y="4497674"/>
            <a:ext cx="2993200" cy="36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–l ./Data 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67;p151">
            <a:extLst>
              <a:ext uri="{FF2B5EF4-FFF2-40B4-BE49-F238E27FC236}">
                <a16:creationId xmlns:a16="http://schemas.microsoft.com/office/drawing/2014/main" id="{6AAA3829-D6EA-C4D9-AC27-5ACEBB7F653D}"/>
              </a:ext>
            </a:extLst>
          </p:cNvPr>
          <p:cNvSpPr txBox="1"/>
          <p:nvPr/>
        </p:nvSpPr>
        <p:spPr>
          <a:xfrm>
            <a:off x="5763657" y="4448908"/>
            <a:ext cx="62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568;p151">
            <a:extLst>
              <a:ext uri="{FF2B5EF4-FFF2-40B4-BE49-F238E27FC236}">
                <a16:creationId xmlns:a16="http://schemas.microsoft.com/office/drawing/2014/main" id="{79169245-D02B-A4E5-BBFF-FE2E9D87D6A1}"/>
              </a:ext>
            </a:extLst>
          </p:cNvPr>
          <p:cNvSpPr/>
          <p:nvPr/>
        </p:nvSpPr>
        <p:spPr>
          <a:xfrm>
            <a:off x="6423900" y="4500972"/>
            <a:ext cx="2860000" cy="4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–t ./Data 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569;p151">
            <a:extLst>
              <a:ext uri="{FF2B5EF4-FFF2-40B4-BE49-F238E27FC236}">
                <a16:creationId xmlns:a16="http://schemas.microsoft.com/office/drawing/2014/main" id="{CEA3B793-4A94-0007-A239-F2A8564FC57D}"/>
              </a:ext>
            </a:extLst>
          </p:cNvPr>
          <p:cNvSpPr/>
          <p:nvPr/>
        </p:nvSpPr>
        <p:spPr>
          <a:xfrm>
            <a:off x="2246433" y="4939308"/>
            <a:ext cx="3557200" cy="36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–l -h ./Data 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570;p151">
            <a:extLst>
              <a:ext uri="{FF2B5EF4-FFF2-40B4-BE49-F238E27FC236}">
                <a16:creationId xmlns:a16="http://schemas.microsoft.com/office/drawing/2014/main" id="{57142188-05B7-B34D-BAB7-AE91C98033A7}"/>
              </a:ext>
            </a:extLst>
          </p:cNvPr>
          <p:cNvSpPr txBox="1"/>
          <p:nvPr/>
        </p:nvSpPr>
        <p:spPr>
          <a:xfrm>
            <a:off x="5763657" y="4940828"/>
            <a:ext cx="62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571;p151">
            <a:extLst>
              <a:ext uri="{FF2B5EF4-FFF2-40B4-BE49-F238E27FC236}">
                <a16:creationId xmlns:a16="http://schemas.microsoft.com/office/drawing/2014/main" id="{B3586D4B-2659-E535-118C-E96FB6FBD5CC}"/>
              </a:ext>
            </a:extLst>
          </p:cNvPr>
          <p:cNvSpPr/>
          <p:nvPr/>
        </p:nvSpPr>
        <p:spPr>
          <a:xfrm>
            <a:off x="6425933" y="4939308"/>
            <a:ext cx="3297600" cy="4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–lh ./Data 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572;p151">
            <a:extLst>
              <a:ext uri="{FF2B5EF4-FFF2-40B4-BE49-F238E27FC236}">
                <a16:creationId xmlns:a16="http://schemas.microsoft.com/office/drawing/2014/main" id="{35C46E1C-0B99-EB44-2E88-EDFE51C4B093}"/>
              </a:ext>
            </a:extLst>
          </p:cNvPr>
          <p:cNvSpPr/>
          <p:nvPr/>
        </p:nvSpPr>
        <p:spPr>
          <a:xfrm>
            <a:off x="1894400" y="5380903"/>
            <a:ext cx="3911200" cy="4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–l -h -t./Data 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73;p151">
            <a:extLst>
              <a:ext uri="{FF2B5EF4-FFF2-40B4-BE49-F238E27FC236}">
                <a16:creationId xmlns:a16="http://schemas.microsoft.com/office/drawing/2014/main" id="{5737629C-F35F-6154-6777-11CF35AFF6DB}"/>
              </a:ext>
            </a:extLst>
          </p:cNvPr>
          <p:cNvSpPr txBox="1"/>
          <p:nvPr/>
        </p:nvSpPr>
        <p:spPr>
          <a:xfrm>
            <a:off x="5763657" y="5357299"/>
            <a:ext cx="62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574;p151">
            <a:extLst>
              <a:ext uri="{FF2B5EF4-FFF2-40B4-BE49-F238E27FC236}">
                <a16:creationId xmlns:a16="http://schemas.microsoft.com/office/drawing/2014/main" id="{637B3C3B-16D8-8D1E-1147-6B0BA1B3A460}"/>
              </a:ext>
            </a:extLst>
          </p:cNvPr>
          <p:cNvSpPr/>
          <p:nvPr/>
        </p:nvSpPr>
        <p:spPr>
          <a:xfrm>
            <a:off x="6427933" y="5380904"/>
            <a:ext cx="3297600" cy="4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–lht ./Data 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575;p151">
            <a:extLst>
              <a:ext uri="{FF2B5EF4-FFF2-40B4-BE49-F238E27FC236}">
                <a16:creationId xmlns:a16="http://schemas.microsoft.com/office/drawing/2014/main" id="{D90010C2-4F56-3827-3655-380E573FE05D}"/>
              </a:ext>
            </a:extLst>
          </p:cNvPr>
          <p:cNvSpPr/>
          <p:nvPr/>
        </p:nvSpPr>
        <p:spPr>
          <a:xfrm>
            <a:off x="1173533" y="5883818"/>
            <a:ext cx="4627200" cy="4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–l –h –t -a ./Data </a:t>
            </a:r>
            <a:endParaRPr sz="17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576;p151">
            <a:extLst>
              <a:ext uri="{FF2B5EF4-FFF2-40B4-BE49-F238E27FC236}">
                <a16:creationId xmlns:a16="http://schemas.microsoft.com/office/drawing/2014/main" id="{932DE2A2-784D-29AF-FE86-DA97CC92639C}"/>
              </a:ext>
            </a:extLst>
          </p:cNvPr>
          <p:cNvSpPr txBox="1"/>
          <p:nvPr/>
        </p:nvSpPr>
        <p:spPr>
          <a:xfrm>
            <a:off x="5763657" y="5773771"/>
            <a:ext cx="62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17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577;p151">
            <a:extLst>
              <a:ext uri="{FF2B5EF4-FFF2-40B4-BE49-F238E27FC236}">
                <a16:creationId xmlns:a16="http://schemas.microsoft.com/office/drawing/2014/main" id="{F555EBCA-6299-D9F8-A6A3-2FA79344E36F}"/>
              </a:ext>
            </a:extLst>
          </p:cNvPr>
          <p:cNvSpPr/>
          <p:nvPr/>
        </p:nvSpPr>
        <p:spPr>
          <a:xfrm>
            <a:off x="6427933" y="5883820"/>
            <a:ext cx="3662400" cy="41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267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ls –</a:t>
            </a:r>
            <a:r>
              <a:rPr lang="en-GB" sz="2267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lhta</a:t>
            </a:r>
            <a:r>
              <a:rPr lang="en-GB" sz="2267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./Data </a:t>
            </a:r>
            <a:endParaRPr sz="17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124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E079C9-046C-2758-5607-7F7D9454FF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582;p152">
            <a:extLst>
              <a:ext uri="{FF2B5EF4-FFF2-40B4-BE49-F238E27FC236}">
                <a16:creationId xmlns:a16="http://schemas.microsoft.com/office/drawing/2014/main" id="{733D288D-D755-C7FF-DCD9-101E46765C13}"/>
              </a:ext>
            </a:extLst>
          </p:cNvPr>
          <p:cNvSpPr txBox="1"/>
          <p:nvPr/>
        </p:nvSpPr>
        <p:spPr>
          <a:xfrm>
            <a:off x="5984741" y="3160396"/>
            <a:ext cx="536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Examples!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583;p152">
            <a:extLst>
              <a:ext uri="{FF2B5EF4-FFF2-40B4-BE49-F238E27FC236}">
                <a16:creationId xmlns:a16="http://schemas.microsoft.com/office/drawing/2014/main" id="{6B2EDE76-28A9-75A6-B1F5-56B3DF788954}"/>
              </a:ext>
            </a:extLst>
          </p:cNvPr>
          <p:cNvSpPr txBox="1"/>
          <p:nvPr/>
        </p:nvSpPr>
        <p:spPr>
          <a:xfrm>
            <a:off x="5792747" y="3939647"/>
            <a:ext cx="6059600" cy="19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First I need you to make a new directory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called “Working” within your home directory.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Afterwards your file structure should look like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this!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585;p152" descr="directory.png">
            <a:extLst>
              <a:ext uri="{FF2B5EF4-FFF2-40B4-BE49-F238E27FC236}">
                <a16:creationId xmlns:a16="http://schemas.microsoft.com/office/drawing/2014/main" id="{D36D3DD1-BE5B-9C93-3059-BBB237B617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0230" y="1924204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586;p152">
            <a:extLst>
              <a:ext uri="{FF2B5EF4-FFF2-40B4-BE49-F238E27FC236}">
                <a16:creationId xmlns:a16="http://schemas.microsoft.com/office/drawing/2014/main" id="{E9F0F49A-F680-FB55-0F22-8D9220E869C2}"/>
              </a:ext>
            </a:extLst>
          </p:cNvPr>
          <p:cNvSpPr txBox="1"/>
          <p:nvPr/>
        </p:nvSpPr>
        <p:spPr>
          <a:xfrm>
            <a:off x="10579947" y="1510268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1588;p152" descr="directory.png">
            <a:extLst>
              <a:ext uri="{FF2B5EF4-FFF2-40B4-BE49-F238E27FC236}">
                <a16:creationId xmlns:a16="http://schemas.microsoft.com/office/drawing/2014/main" id="{8DD3E9B1-A4DE-1D6B-F64A-93735EB0206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86498" y="866874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89;p152" descr="directory.png">
            <a:extLst>
              <a:ext uri="{FF2B5EF4-FFF2-40B4-BE49-F238E27FC236}">
                <a16:creationId xmlns:a16="http://schemas.microsoft.com/office/drawing/2014/main" id="{6651F0BB-1081-5767-205B-0C1F5F234D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1692000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90;p152" descr="directory.png">
            <a:extLst>
              <a:ext uri="{FF2B5EF4-FFF2-40B4-BE49-F238E27FC236}">
                <a16:creationId xmlns:a16="http://schemas.microsoft.com/office/drawing/2014/main" id="{073E22D4-4413-CA80-9440-2F76339858F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8100" y="4531367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591;p152" descr="directory.png">
            <a:extLst>
              <a:ext uri="{FF2B5EF4-FFF2-40B4-BE49-F238E27FC236}">
                <a16:creationId xmlns:a16="http://schemas.microsoft.com/office/drawing/2014/main" id="{780D661A-8B63-B6B3-D283-E25E35D01F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1737369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592;p152" descr="directory.png">
            <a:extLst>
              <a:ext uri="{FF2B5EF4-FFF2-40B4-BE49-F238E27FC236}">
                <a16:creationId xmlns:a16="http://schemas.microsoft.com/office/drawing/2014/main" id="{CA4E5CA6-8EBD-61B7-CA13-8105120D1A9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068337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593;p152" descr="directory.png">
            <a:extLst>
              <a:ext uri="{FF2B5EF4-FFF2-40B4-BE49-F238E27FC236}">
                <a16:creationId xmlns:a16="http://schemas.microsoft.com/office/drawing/2014/main" id="{A376DE81-4969-EE96-41ED-204B4804D39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068333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594;p152" descr="directory.png">
            <a:extLst>
              <a:ext uri="{FF2B5EF4-FFF2-40B4-BE49-F238E27FC236}">
                <a16:creationId xmlns:a16="http://schemas.microsoft.com/office/drawing/2014/main" id="{99AFFFC2-B5E5-D33A-BF5C-1E8FC1812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068333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595;p152">
            <a:extLst>
              <a:ext uri="{FF2B5EF4-FFF2-40B4-BE49-F238E27FC236}">
                <a16:creationId xmlns:a16="http://schemas.microsoft.com/office/drawing/2014/main" id="{F9C88707-7AEB-63CF-1FA4-30A05778B94F}"/>
              </a:ext>
            </a:extLst>
          </p:cNvPr>
          <p:cNvSpPr txBox="1"/>
          <p:nvPr/>
        </p:nvSpPr>
        <p:spPr>
          <a:xfrm>
            <a:off x="5709800" y="1181339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15" name="Google Shape;1596;p152">
            <a:extLst>
              <a:ext uri="{FF2B5EF4-FFF2-40B4-BE49-F238E27FC236}">
                <a16:creationId xmlns:a16="http://schemas.microsoft.com/office/drawing/2014/main" id="{0D37BB62-B599-396F-94CC-6CD4990CFE4C}"/>
              </a:ext>
            </a:extLst>
          </p:cNvPr>
          <p:cNvSpPr txBox="1"/>
          <p:nvPr/>
        </p:nvSpPr>
        <p:spPr>
          <a:xfrm>
            <a:off x="2831253" y="2062480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1597;p152">
            <a:extLst>
              <a:ext uri="{FF2B5EF4-FFF2-40B4-BE49-F238E27FC236}">
                <a16:creationId xmlns:a16="http://schemas.microsoft.com/office/drawing/2014/main" id="{9B7A32FB-A12F-ACB5-E7D2-5B157AAE8998}"/>
              </a:ext>
            </a:extLst>
          </p:cNvPr>
          <p:cNvSpPr txBox="1"/>
          <p:nvPr/>
        </p:nvSpPr>
        <p:spPr>
          <a:xfrm>
            <a:off x="5664541" y="2300410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1598;p152">
            <a:extLst>
              <a:ext uri="{FF2B5EF4-FFF2-40B4-BE49-F238E27FC236}">
                <a16:creationId xmlns:a16="http://schemas.microsoft.com/office/drawing/2014/main" id="{B26B48BA-36A3-2874-E794-B465870D43BC}"/>
              </a:ext>
            </a:extLst>
          </p:cNvPr>
          <p:cNvSpPr txBox="1"/>
          <p:nvPr/>
        </p:nvSpPr>
        <p:spPr>
          <a:xfrm>
            <a:off x="8547947" y="2062480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Google Shape;1599;p152">
            <a:extLst>
              <a:ext uri="{FF2B5EF4-FFF2-40B4-BE49-F238E27FC236}">
                <a16:creationId xmlns:a16="http://schemas.microsoft.com/office/drawing/2014/main" id="{811DCEA8-8FE9-EBD1-BCFC-D92861D67DB4}"/>
              </a:ext>
            </a:extLst>
          </p:cNvPr>
          <p:cNvCxnSpPr/>
          <p:nvPr/>
        </p:nvCxnSpPr>
        <p:spPr>
          <a:xfrm flipH="1">
            <a:off x="3638072" y="1256268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19" name="Google Shape;1600;p152">
            <a:extLst>
              <a:ext uri="{FF2B5EF4-FFF2-40B4-BE49-F238E27FC236}">
                <a16:creationId xmlns:a16="http://schemas.microsoft.com/office/drawing/2014/main" id="{9CE7C92C-EE3E-8BC6-D0AD-AF5D3F160C7F}"/>
              </a:ext>
            </a:extLst>
          </p:cNvPr>
          <p:cNvCxnSpPr/>
          <p:nvPr/>
        </p:nvCxnSpPr>
        <p:spPr>
          <a:xfrm>
            <a:off x="6665093" y="1395479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0" name="Google Shape;1601;p152">
            <a:extLst>
              <a:ext uri="{FF2B5EF4-FFF2-40B4-BE49-F238E27FC236}">
                <a16:creationId xmlns:a16="http://schemas.microsoft.com/office/drawing/2014/main" id="{24DA1FE0-F68C-2901-96BB-66825C8411D9}"/>
              </a:ext>
            </a:extLst>
          </p:cNvPr>
          <p:cNvCxnSpPr>
            <a:cxnSpLocks/>
          </p:cNvCxnSpPr>
          <p:nvPr/>
        </p:nvCxnSpPr>
        <p:spPr>
          <a:xfrm>
            <a:off x="5964814" y="1815474"/>
            <a:ext cx="0" cy="254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1" name="Google Shape;1602;p152">
            <a:extLst>
              <a:ext uri="{FF2B5EF4-FFF2-40B4-BE49-F238E27FC236}">
                <a16:creationId xmlns:a16="http://schemas.microsoft.com/office/drawing/2014/main" id="{AF633D16-ACAD-4596-3160-4D18469A3133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6607141" y="1229360"/>
            <a:ext cx="3972806" cy="527102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2" name="Google Shape;1603;p152">
            <a:extLst>
              <a:ext uri="{FF2B5EF4-FFF2-40B4-BE49-F238E27FC236}">
                <a16:creationId xmlns:a16="http://schemas.microsoft.com/office/drawing/2014/main" id="{46976572-8365-0B11-15D0-937EC5427AA2}"/>
              </a:ext>
            </a:extLst>
          </p:cNvPr>
          <p:cNvSpPr txBox="1"/>
          <p:nvPr/>
        </p:nvSpPr>
        <p:spPr>
          <a:xfrm>
            <a:off x="10579947" y="1510268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3" name="Google Shape;1604;p152">
            <a:extLst>
              <a:ext uri="{FF2B5EF4-FFF2-40B4-BE49-F238E27FC236}">
                <a16:creationId xmlns:a16="http://schemas.microsoft.com/office/drawing/2014/main" id="{CD4F17E2-A624-540B-0CB9-A07CA8C4C924}"/>
              </a:ext>
            </a:extLst>
          </p:cNvPr>
          <p:cNvCxnSpPr>
            <a:cxnSpLocks/>
          </p:cNvCxnSpPr>
          <p:nvPr/>
        </p:nvCxnSpPr>
        <p:spPr>
          <a:xfrm>
            <a:off x="3318933" y="2755650"/>
            <a:ext cx="0" cy="41456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4" name="Google Shape;1605;p152">
            <a:extLst>
              <a:ext uri="{FF2B5EF4-FFF2-40B4-BE49-F238E27FC236}">
                <a16:creationId xmlns:a16="http://schemas.microsoft.com/office/drawing/2014/main" id="{1E22C003-DF33-5370-1C2E-C8A5C2392C89}"/>
              </a:ext>
            </a:extLst>
          </p:cNvPr>
          <p:cNvSpPr txBox="1"/>
          <p:nvPr/>
        </p:nvSpPr>
        <p:spPr>
          <a:xfrm>
            <a:off x="915847" y="3403600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1606;p152">
            <a:extLst>
              <a:ext uri="{FF2B5EF4-FFF2-40B4-BE49-F238E27FC236}">
                <a16:creationId xmlns:a16="http://schemas.microsoft.com/office/drawing/2014/main" id="{BA8B75F1-53EA-CF79-EE5F-1087E2724598}"/>
              </a:ext>
            </a:extLst>
          </p:cNvPr>
          <p:cNvSpPr txBox="1"/>
          <p:nvPr/>
        </p:nvSpPr>
        <p:spPr>
          <a:xfrm>
            <a:off x="2756415" y="3403600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Google Shape;1607;p152">
            <a:extLst>
              <a:ext uri="{FF2B5EF4-FFF2-40B4-BE49-F238E27FC236}">
                <a16:creationId xmlns:a16="http://schemas.microsoft.com/office/drawing/2014/main" id="{A08FCC4C-3EA1-9110-02BA-4967DE5340D7}"/>
              </a:ext>
            </a:extLst>
          </p:cNvPr>
          <p:cNvSpPr txBox="1"/>
          <p:nvPr/>
        </p:nvSpPr>
        <p:spPr>
          <a:xfrm>
            <a:off x="4462815" y="3403600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7" name="Google Shape;1608;p152">
            <a:extLst>
              <a:ext uri="{FF2B5EF4-FFF2-40B4-BE49-F238E27FC236}">
                <a16:creationId xmlns:a16="http://schemas.microsoft.com/office/drawing/2014/main" id="{D1939E35-F220-22E3-50FE-52FA20BD0BE6}"/>
              </a:ext>
            </a:extLst>
          </p:cNvPr>
          <p:cNvCxnSpPr>
            <a:cxnSpLocks/>
          </p:cNvCxnSpPr>
          <p:nvPr/>
        </p:nvCxnSpPr>
        <p:spPr>
          <a:xfrm flipH="1">
            <a:off x="1475630" y="2505081"/>
            <a:ext cx="1138884" cy="505832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8" name="Google Shape;1609;p152">
            <a:extLst>
              <a:ext uri="{FF2B5EF4-FFF2-40B4-BE49-F238E27FC236}">
                <a16:creationId xmlns:a16="http://schemas.microsoft.com/office/drawing/2014/main" id="{D0E181D1-A491-1DB9-981C-CAD99ADC244F}"/>
              </a:ext>
            </a:extLst>
          </p:cNvPr>
          <p:cNvCxnSpPr>
            <a:cxnSpLocks/>
          </p:cNvCxnSpPr>
          <p:nvPr/>
        </p:nvCxnSpPr>
        <p:spPr>
          <a:xfrm>
            <a:off x="3946163" y="2556817"/>
            <a:ext cx="1212429" cy="53356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9" name="Google Shape;1610;p152">
            <a:extLst>
              <a:ext uri="{FF2B5EF4-FFF2-40B4-BE49-F238E27FC236}">
                <a16:creationId xmlns:a16="http://schemas.microsoft.com/office/drawing/2014/main" id="{13936C4D-A934-EB2E-8442-48FE8B3DCDEC}"/>
              </a:ext>
            </a:extLst>
          </p:cNvPr>
          <p:cNvCxnSpPr/>
          <p:nvPr/>
        </p:nvCxnSpPr>
        <p:spPr>
          <a:xfrm>
            <a:off x="1693333" y="4134968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0" name="Google Shape;1611;p152" descr="directory.png">
            <a:extLst>
              <a:ext uri="{FF2B5EF4-FFF2-40B4-BE49-F238E27FC236}">
                <a16:creationId xmlns:a16="http://schemas.microsoft.com/office/drawing/2014/main" id="{D326E184-165E-A1D0-FB7E-E8D453B7306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33" y="4531367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612;p152">
            <a:extLst>
              <a:ext uri="{FF2B5EF4-FFF2-40B4-BE49-F238E27FC236}">
                <a16:creationId xmlns:a16="http://schemas.microsoft.com/office/drawing/2014/main" id="{44425EAB-A446-421E-CED8-F5A1FE025FE9}"/>
              </a:ext>
            </a:extLst>
          </p:cNvPr>
          <p:cNvSpPr txBox="1"/>
          <p:nvPr/>
        </p:nvSpPr>
        <p:spPr>
          <a:xfrm>
            <a:off x="1276572" y="4849892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Google Shape;1613;p152">
            <a:extLst>
              <a:ext uri="{FF2B5EF4-FFF2-40B4-BE49-F238E27FC236}">
                <a16:creationId xmlns:a16="http://schemas.microsoft.com/office/drawing/2014/main" id="{87680C29-825B-B6B2-0FD3-4ACE0B279C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32700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1614;p152">
            <a:extLst>
              <a:ext uri="{FF2B5EF4-FFF2-40B4-BE49-F238E27FC236}">
                <a16:creationId xmlns:a16="http://schemas.microsoft.com/office/drawing/2014/main" id="{E036FA37-9EB6-2380-9B23-B22822223F4F}"/>
              </a:ext>
            </a:extLst>
          </p:cNvPr>
          <p:cNvSpPr txBox="1"/>
          <p:nvPr/>
        </p:nvSpPr>
        <p:spPr>
          <a:xfrm>
            <a:off x="191363" y="3596639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sp>
        <p:nvSpPr>
          <p:cNvPr id="34" name="Google Shape;1615;p152">
            <a:extLst>
              <a:ext uri="{FF2B5EF4-FFF2-40B4-BE49-F238E27FC236}">
                <a16:creationId xmlns:a16="http://schemas.microsoft.com/office/drawing/2014/main" id="{F2FB064B-69D5-4DE8-A0BF-8177BD17DB34}"/>
              </a:ext>
            </a:extLst>
          </p:cNvPr>
          <p:cNvSpPr txBox="1"/>
          <p:nvPr/>
        </p:nvSpPr>
        <p:spPr>
          <a:xfrm>
            <a:off x="2998100" y="4886967"/>
            <a:ext cx="1332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Working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35" name="Google Shape;1616;p152">
            <a:extLst>
              <a:ext uri="{FF2B5EF4-FFF2-40B4-BE49-F238E27FC236}">
                <a16:creationId xmlns:a16="http://schemas.microsoft.com/office/drawing/2014/main" id="{09AE0D75-4E84-C28D-82FC-044ECFD5B0ED}"/>
              </a:ext>
            </a:extLst>
          </p:cNvPr>
          <p:cNvCxnSpPr/>
          <p:nvPr/>
        </p:nvCxnSpPr>
        <p:spPr>
          <a:xfrm>
            <a:off x="2260233" y="4134968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6" name="Google Shape;1617;p152">
            <a:extLst>
              <a:ext uri="{FF2B5EF4-FFF2-40B4-BE49-F238E27FC236}">
                <a16:creationId xmlns:a16="http://schemas.microsoft.com/office/drawing/2014/main" id="{C96D9128-1A47-C567-0556-E7941D49271B}"/>
              </a:ext>
            </a:extLst>
          </p:cNvPr>
          <p:cNvCxnSpPr/>
          <p:nvPr/>
        </p:nvCxnSpPr>
        <p:spPr>
          <a:xfrm flipH="1">
            <a:off x="791033" y="5661762"/>
            <a:ext cx="265600" cy="4952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7" name="Google Shape;1618;p152">
            <a:extLst>
              <a:ext uri="{FF2B5EF4-FFF2-40B4-BE49-F238E27FC236}">
                <a16:creationId xmlns:a16="http://schemas.microsoft.com/office/drawing/2014/main" id="{E5B07CD3-6B55-D4E3-0BD0-36BEF0A6ADFD}"/>
              </a:ext>
            </a:extLst>
          </p:cNvPr>
          <p:cNvCxnSpPr/>
          <p:nvPr/>
        </p:nvCxnSpPr>
        <p:spPr>
          <a:xfrm>
            <a:off x="1661627" y="5648962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8" name="Google Shape;1619;p152">
            <a:extLst>
              <a:ext uri="{FF2B5EF4-FFF2-40B4-BE49-F238E27FC236}">
                <a16:creationId xmlns:a16="http://schemas.microsoft.com/office/drawing/2014/main" id="{853CCDF6-7A14-358A-C827-420A945515AA}"/>
              </a:ext>
            </a:extLst>
          </p:cNvPr>
          <p:cNvCxnSpPr/>
          <p:nvPr/>
        </p:nvCxnSpPr>
        <p:spPr>
          <a:xfrm>
            <a:off x="2191914" y="5597340"/>
            <a:ext cx="358000" cy="5088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9" name="Google Shape;1620;p152">
            <a:extLst>
              <a:ext uri="{FF2B5EF4-FFF2-40B4-BE49-F238E27FC236}">
                <a16:creationId xmlns:a16="http://schemas.microsoft.com/office/drawing/2014/main" id="{2095FEFE-1796-0131-CB0D-59955567D74F}"/>
              </a:ext>
            </a:extLst>
          </p:cNvPr>
          <p:cNvSpPr txBox="1"/>
          <p:nvPr/>
        </p:nvSpPr>
        <p:spPr>
          <a:xfrm>
            <a:off x="389484" y="6106140"/>
            <a:ext cx="76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rags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0" name="Google Shape;1621;p152">
            <a:extLst>
              <a:ext uri="{FF2B5EF4-FFF2-40B4-BE49-F238E27FC236}">
                <a16:creationId xmlns:a16="http://schemas.microsoft.com/office/drawing/2014/main" id="{95D33AFD-7D66-E71C-A5F1-295F7E7B64AE}"/>
              </a:ext>
            </a:extLst>
          </p:cNvPr>
          <p:cNvSpPr txBox="1"/>
          <p:nvPr/>
        </p:nvSpPr>
        <p:spPr>
          <a:xfrm>
            <a:off x="1274047" y="6106140"/>
            <a:ext cx="91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Earth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1" name="Google Shape;1622;p152">
            <a:extLst>
              <a:ext uri="{FF2B5EF4-FFF2-40B4-BE49-F238E27FC236}">
                <a16:creationId xmlns:a16="http://schemas.microsoft.com/office/drawing/2014/main" id="{2B0074E6-641B-849D-0C26-D724B99127D6}"/>
              </a:ext>
            </a:extLst>
          </p:cNvPr>
          <p:cNvSpPr txBox="1"/>
          <p:nvPr/>
        </p:nvSpPr>
        <p:spPr>
          <a:xfrm>
            <a:off x="2308440" y="6106140"/>
            <a:ext cx="119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Heaven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40172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AC7186-C6BD-EF5C-8B8A-84B49447A3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4747" y="6441650"/>
            <a:ext cx="457200" cy="292608"/>
          </a:xfrm>
        </p:spPr>
        <p:txBody>
          <a:bodyPr/>
          <a:lstStyle/>
          <a:p>
            <a:pPr algn="r"/>
            <a:r>
              <a:rPr lang="en-US" dirty="0"/>
              <a:t>36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627;p153">
            <a:extLst>
              <a:ext uri="{FF2B5EF4-FFF2-40B4-BE49-F238E27FC236}">
                <a16:creationId xmlns:a16="http://schemas.microsoft.com/office/drawing/2014/main" id="{5743BD66-A68E-2597-84BB-F65B4578CF1C}"/>
              </a:ext>
            </a:extLst>
          </p:cNvPr>
          <p:cNvSpPr txBox="1"/>
          <p:nvPr/>
        </p:nvSpPr>
        <p:spPr>
          <a:xfrm>
            <a:off x="6140347" y="2968155"/>
            <a:ext cx="536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ct val="100000"/>
            </a:pPr>
            <a:r>
              <a:rPr lang="en-GB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Moving Files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628;p153">
            <a:extLst>
              <a:ext uri="{FF2B5EF4-FFF2-40B4-BE49-F238E27FC236}">
                <a16:creationId xmlns:a16="http://schemas.microsoft.com/office/drawing/2014/main" id="{1ABE4C98-0662-5E17-2BEE-B277D2E9FEE5}"/>
              </a:ext>
            </a:extLst>
          </p:cNvPr>
          <p:cNvSpPr txBox="1"/>
          <p:nvPr/>
        </p:nvSpPr>
        <p:spPr>
          <a:xfrm>
            <a:off x="5750449" y="3717721"/>
            <a:ext cx="6512744" cy="264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Lets move Heaven and Earth from Data to Working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Now move Heaven too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REMEMBER TAB COMPLETE!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Google Shape;1629;p153">
            <a:extLst>
              <a:ext uri="{FF2B5EF4-FFF2-40B4-BE49-F238E27FC236}">
                <a16:creationId xmlns:a16="http://schemas.microsoft.com/office/drawing/2014/main" id="{2B45209A-3388-1B35-3A70-127F1396637D}"/>
              </a:ext>
            </a:extLst>
          </p:cNvPr>
          <p:cNvCxnSpPr/>
          <p:nvPr/>
        </p:nvCxnSpPr>
        <p:spPr>
          <a:xfrm rot="10800000" flipH="1">
            <a:off x="1519731" y="5556956"/>
            <a:ext cx="46800" cy="5996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" name="Google Shape;1630;p153">
            <a:extLst>
              <a:ext uri="{FF2B5EF4-FFF2-40B4-BE49-F238E27FC236}">
                <a16:creationId xmlns:a16="http://schemas.microsoft.com/office/drawing/2014/main" id="{C6C37230-9115-FC48-DCB3-C1A5F2A0EE27}"/>
              </a:ext>
            </a:extLst>
          </p:cNvPr>
          <p:cNvCxnSpPr/>
          <p:nvPr/>
        </p:nvCxnSpPr>
        <p:spPr>
          <a:xfrm rot="10800000">
            <a:off x="2337745" y="5459974"/>
            <a:ext cx="596000" cy="599600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7" name="Google Shape;1631;p153">
            <a:extLst>
              <a:ext uri="{FF2B5EF4-FFF2-40B4-BE49-F238E27FC236}">
                <a16:creationId xmlns:a16="http://schemas.microsoft.com/office/drawing/2014/main" id="{4D125BCD-A4A8-31A3-121C-CF88186DC8CB}"/>
              </a:ext>
            </a:extLst>
          </p:cNvPr>
          <p:cNvCxnSpPr/>
          <p:nvPr/>
        </p:nvCxnSpPr>
        <p:spPr>
          <a:xfrm rot="10800000" flipH="1">
            <a:off x="1586882" y="4016814"/>
            <a:ext cx="46800" cy="59960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8" name="Google Shape;1632;p153">
            <a:extLst>
              <a:ext uri="{FF2B5EF4-FFF2-40B4-BE49-F238E27FC236}">
                <a16:creationId xmlns:a16="http://schemas.microsoft.com/office/drawing/2014/main" id="{223E3A19-1024-E2A7-8269-EFD8B8435958}"/>
              </a:ext>
            </a:extLst>
          </p:cNvPr>
          <p:cNvCxnSpPr>
            <a:cxnSpLocks/>
          </p:cNvCxnSpPr>
          <p:nvPr/>
        </p:nvCxnSpPr>
        <p:spPr>
          <a:xfrm>
            <a:off x="2010600" y="4124879"/>
            <a:ext cx="986534" cy="543104"/>
          </a:xfrm>
          <a:prstGeom prst="straightConnector1">
            <a:avLst/>
          </a:prstGeom>
          <a:noFill/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9" name="Google Shape;1633;p153">
            <a:extLst>
              <a:ext uri="{FF2B5EF4-FFF2-40B4-BE49-F238E27FC236}">
                <a16:creationId xmlns:a16="http://schemas.microsoft.com/office/drawing/2014/main" id="{2CDC4D4B-875F-945F-AB32-8F81BB6F8299}"/>
              </a:ext>
            </a:extLst>
          </p:cNvPr>
          <p:cNvSpPr/>
          <p:nvPr/>
        </p:nvSpPr>
        <p:spPr>
          <a:xfrm>
            <a:off x="6307667" y="4218791"/>
            <a:ext cx="4833600" cy="70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600"/>
            </a:pPr>
            <a:r>
              <a:rPr lang="en-GB" sz="2133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~/Data</a:t>
            </a:r>
            <a:endParaRPr sz="2400"/>
          </a:p>
          <a:p>
            <a:pPr algn="ctr">
              <a:buClr>
                <a:srgbClr val="FFFFFF"/>
              </a:buClr>
              <a:buSzPts val="1600"/>
            </a:pPr>
            <a:r>
              <a:rPr lang="en-GB" sz="2133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mv ./Earth ../Working/ </a:t>
            </a:r>
            <a:endParaRPr sz="2400"/>
          </a:p>
        </p:txBody>
      </p:sp>
      <p:cxnSp>
        <p:nvCxnSpPr>
          <p:cNvPr id="10" name="Google Shape;1634;p153">
            <a:extLst>
              <a:ext uri="{FF2B5EF4-FFF2-40B4-BE49-F238E27FC236}">
                <a16:creationId xmlns:a16="http://schemas.microsoft.com/office/drawing/2014/main" id="{91C78533-7CF1-F9F1-A78D-909AF5BD4683}"/>
              </a:ext>
            </a:extLst>
          </p:cNvPr>
          <p:cNvCxnSpPr/>
          <p:nvPr/>
        </p:nvCxnSpPr>
        <p:spPr>
          <a:xfrm rot="10800000" flipH="1">
            <a:off x="7370641" y="4985611"/>
            <a:ext cx="216800" cy="264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11" name="Google Shape;1635;p153">
            <a:extLst>
              <a:ext uri="{FF2B5EF4-FFF2-40B4-BE49-F238E27FC236}">
                <a16:creationId xmlns:a16="http://schemas.microsoft.com/office/drawing/2014/main" id="{E3016CE3-C642-0A1D-0EDF-0CF2328896F9}"/>
              </a:ext>
            </a:extLst>
          </p:cNvPr>
          <p:cNvCxnSpPr/>
          <p:nvPr/>
        </p:nvCxnSpPr>
        <p:spPr>
          <a:xfrm rot="10800000">
            <a:off x="9670915" y="5019258"/>
            <a:ext cx="216800" cy="264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2" name="Google Shape;1636;p153">
            <a:extLst>
              <a:ext uri="{FF2B5EF4-FFF2-40B4-BE49-F238E27FC236}">
                <a16:creationId xmlns:a16="http://schemas.microsoft.com/office/drawing/2014/main" id="{98A8560E-44AA-4EF5-E7F2-D29C6166FA71}"/>
              </a:ext>
            </a:extLst>
          </p:cNvPr>
          <p:cNvSpPr txBox="1"/>
          <p:nvPr/>
        </p:nvSpPr>
        <p:spPr>
          <a:xfrm>
            <a:off x="6707042" y="5164786"/>
            <a:ext cx="1314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Path</a:t>
            </a:r>
            <a:endParaRPr sz="2400" dirty="0"/>
          </a:p>
        </p:txBody>
      </p:sp>
      <p:sp>
        <p:nvSpPr>
          <p:cNvPr id="13" name="Google Shape;1637;p153">
            <a:extLst>
              <a:ext uri="{FF2B5EF4-FFF2-40B4-BE49-F238E27FC236}">
                <a16:creationId xmlns:a16="http://schemas.microsoft.com/office/drawing/2014/main" id="{F1636194-0F9F-FBA6-3027-4A073D60CBBC}"/>
              </a:ext>
            </a:extLst>
          </p:cNvPr>
          <p:cNvSpPr txBox="1"/>
          <p:nvPr/>
        </p:nvSpPr>
        <p:spPr>
          <a:xfrm>
            <a:off x="9345131" y="5189026"/>
            <a:ext cx="1941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Location Path</a:t>
            </a:r>
            <a:endParaRPr sz="2400" dirty="0"/>
          </a:p>
        </p:txBody>
      </p:sp>
      <p:pic>
        <p:nvPicPr>
          <p:cNvPr id="14" name="Google Shape;1640;p153" descr="directory.png">
            <a:extLst>
              <a:ext uri="{FF2B5EF4-FFF2-40B4-BE49-F238E27FC236}">
                <a16:creationId xmlns:a16="http://schemas.microsoft.com/office/drawing/2014/main" id="{378CAD1F-8A57-C4D6-3D54-36F116FC95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87893" y="2018711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641;p153">
            <a:extLst>
              <a:ext uri="{FF2B5EF4-FFF2-40B4-BE49-F238E27FC236}">
                <a16:creationId xmlns:a16="http://schemas.microsoft.com/office/drawing/2014/main" id="{F486E06B-FB6C-D38E-E177-21FBCF791E87}"/>
              </a:ext>
            </a:extLst>
          </p:cNvPr>
          <p:cNvSpPr txBox="1"/>
          <p:nvPr/>
        </p:nvSpPr>
        <p:spPr>
          <a:xfrm>
            <a:off x="10579947" y="1468703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42;p153" descr="directory.png">
            <a:extLst>
              <a:ext uri="{FF2B5EF4-FFF2-40B4-BE49-F238E27FC236}">
                <a16:creationId xmlns:a16="http://schemas.microsoft.com/office/drawing/2014/main" id="{4FDFFC3A-46B6-00F5-9B3D-42D935338F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87893" y="889703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643;p153" descr="directory.png">
            <a:extLst>
              <a:ext uri="{FF2B5EF4-FFF2-40B4-BE49-F238E27FC236}">
                <a16:creationId xmlns:a16="http://schemas.microsoft.com/office/drawing/2014/main" id="{DFDD4318-7CEE-1A46-84A2-61D32B29BD6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1650435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644;p153" descr="directory.png">
            <a:extLst>
              <a:ext uri="{FF2B5EF4-FFF2-40B4-BE49-F238E27FC236}">
                <a16:creationId xmlns:a16="http://schemas.microsoft.com/office/drawing/2014/main" id="{742B1E3E-04F7-8826-9ED8-3A1FC58E3E0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8100" y="4489802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645;p153" descr="directory.png">
            <a:extLst>
              <a:ext uri="{FF2B5EF4-FFF2-40B4-BE49-F238E27FC236}">
                <a16:creationId xmlns:a16="http://schemas.microsoft.com/office/drawing/2014/main" id="{54DA0E70-9F1D-910D-DB53-98772481B9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1695804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646;p153" descr="directory.png">
            <a:extLst>
              <a:ext uri="{FF2B5EF4-FFF2-40B4-BE49-F238E27FC236}">
                <a16:creationId xmlns:a16="http://schemas.microsoft.com/office/drawing/2014/main" id="{EB80AF53-6C7A-8008-25AA-660986557F9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026772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647;p153" descr="directory.png">
            <a:extLst>
              <a:ext uri="{FF2B5EF4-FFF2-40B4-BE49-F238E27FC236}">
                <a16:creationId xmlns:a16="http://schemas.microsoft.com/office/drawing/2014/main" id="{14408381-01A0-EA63-5D7A-92060E9FAAA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026768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648;p153" descr="directory.png">
            <a:extLst>
              <a:ext uri="{FF2B5EF4-FFF2-40B4-BE49-F238E27FC236}">
                <a16:creationId xmlns:a16="http://schemas.microsoft.com/office/drawing/2014/main" id="{E2FA570F-DAA6-AE74-3E47-6EA0DC11DD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026768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649;p153">
            <a:extLst>
              <a:ext uri="{FF2B5EF4-FFF2-40B4-BE49-F238E27FC236}">
                <a16:creationId xmlns:a16="http://schemas.microsoft.com/office/drawing/2014/main" id="{296821E9-045B-F5FD-40BB-E1A86372850A}"/>
              </a:ext>
            </a:extLst>
          </p:cNvPr>
          <p:cNvSpPr txBox="1"/>
          <p:nvPr/>
        </p:nvSpPr>
        <p:spPr>
          <a:xfrm flipV="1">
            <a:off x="5750449" y="1240639"/>
            <a:ext cx="468707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Google Shape;1650;p153">
            <a:extLst>
              <a:ext uri="{FF2B5EF4-FFF2-40B4-BE49-F238E27FC236}">
                <a16:creationId xmlns:a16="http://schemas.microsoft.com/office/drawing/2014/main" id="{34EF1CA4-03B2-C8DB-B7AC-5FBC706A4A0C}"/>
              </a:ext>
            </a:extLst>
          </p:cNvPr>
          <p:cNvSpPr txBox="1"/>
          <p:nvPr/>
        </p:nvSpPr>
        <p:spPr>
          <a:xfrm>
            <a:off x="2831253" y="2020915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1651;p153">
            <a:extLst>
              <a:ext uri="{FF2B5EF4-FFF2-40B4-BE49-F238E27FC236}">
                <a16:creationId xmlns:a16="http://schemas.microsoft.com/office/drawing/2014/main" id="{86FF2BFA-85DB-2D13-E4BA-C7F81CCFBA4B}"/>
              </a:ext>
            </a:extLst>
          </p:cNvPr>
          <p:cNvSpPr txBox="1"/>
          <p:nvPr/>
        </p:nvSpPr>
        <p:spPr>
          <a:xfrm>
            <a:off x="5746693" y="2336545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Google Shape;1652;p153">
            <a:extLst>
              <a:ext uri="{FF2B5EF4-FFF2-40B4-BE49-F238E27FC236}">
                <a16:creationId xmlns:a16="http://schemas.microsoft.com/office/drawing/2014/main" id="{6AD8388F-8DDF-F4B5-5509-0EC50E400ECD}"/>
              </a:ext>
            </a:extLst>
          </p:cNvPr>
          <p:cNvSpPr txBox="1"/>
          <p:nvPr/>
        </p:nvSpPr>
        <p:spPr>
          <a:xfrm>
            <a:off x="8547947" y="2020915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Google Shape;1653;p153">
            <a:extLst>
              <a:ext uri="{FF2B5EF4-FFF2-40B4-BE49-F238E27FC236}">
                <a16:creationId xmlns:a16="http://schemas.microsoft.com/office/drawing/2014/main" id="{9E690111-D2E1-E754-5A79-494D6A2ADB71}"/>
              </a:ext>
            </a:extLst>
          </p:cNvPr>
          <p:cNvCxnSpPr/>
          <p:nvPr/>
        </p:nvCxnSpPr>
        <p:spPr>
          <a:xfrm flipH="1">
            <a:off x="3796013" y="1201260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8" name="Google Shape;1654;p153">
            <a:extLst>
              <a:ext uri="{FF2B5EF4-FFF2-40B4-BE49-F238E27FC236}">
                <a16:creationId xmlns:a16="http://schemas.microsoft.com/office/drawing/2014/main" id="{4BD65B39-B5A5-07E6-3C61-4C74B19A1C57}"/>
              </a:ext>
            </a:extLst>
          </p:cNvPr>
          <p:cNvCxnSpPr/>
          <p:nvPr/>
        </p:nvCxnSpPr>
        <p:spPr>
          <a:xfrm>
            <a:off x="6689221" y="1312066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9" name="Google Shape;1655;p153">
            <a:extLst>
              <a:ext uri="{FF2B5EF4-FFF2-40B4-BE49-F238E27FC236}">
                <a16:creationId xmlns:a16="http://schemas.microsoft.com/office/drawing/2014/main" id="{3E5747B4-49CF-99BE-10F0-1D6FDE3903DA}"/>
              </a:ext>
            </a:extLst>
          </p:cNvPr>
          <p:cNvCxnSpPr>
            <a:cxnSpLocks/>
          </p:cNvCxnSpPr>
          <p:nvPr/>
        </p:nvCxnSpPr>
        <p:spPr>
          <a:xfrm>
            <a:off x="6066893" y="1835836"/>
            <a:ext cx="0" cy="36575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0" name="Google Shape;1656;p153">
            <a:extLst>
              <a:ext uri="{FF2B5EF4-FFF2-40B4-BE49-F238E27FC236}">
                <a16:creationId xmlns:a16="http://schemas.microsoft.com/office/drawing/2014/main" id="{0A305E36-0F27-C5FA-7E9F-7302D23C2628}"/>
              </a:ext>
            </a:extLst>
          </p:cNvPr>
          <p:cNvCxnSpPr/>
          <p:nvPr/>
        </p:nvCxnSpPr>
        <p:spPr>
          <a:xfrm>
            <a:off x="6948331" y="1187795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1" name="Google Shape;1657;p153">
            <a:extLst>
              <a:ext uri="{FF2B5EF4-FFF2-40B4-BE49-F238E27FC236}">
                <a16:creationId xmlns:a16="http://schemas.microsoft.com/office/drawing/2014/main" id="{488FC44E-FF72-3797-E46B-C99F8AD8AE1B}"/>
              </a:ext>
            </a:extLst>
          </p:cNvPr>
          <p:cNvSpPr txBox="1"/>
          <p:nvPr/>
        </p:nvSpPr>
        <p:spPr>
          <a:xfrm>
            <a:off x="10579947" y="1468703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32" name="Google Shape;1658;p153">
            <a:extLst>
              <a:ext uri="{FF2B5EF4-FFF2-40B4-BE49-F238E27FC236}">
                <a16:creationId xmlns:a16="http://schemas.microsoft.com/office/drawing/2014/main" id="{5DC92A55-586D-B27D-627C-6CEB7297B767}"/>
              </a:ext>
            </a:extLst>
          </p:cNvPr>
          <p:cNvCxnSpPr/>
          <p:nvPr/>
        </p:nvCxnSpPr>
        <p:spPr>
          <a:xfrm>
            <a:off x="3270501" y="2681634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3" name="Google Shape;1659;p153">
            <a:extLst>
              <a:ext uri="{FF2B5EF4-FFF2-40B4-BE49-F238E27FC236}">
                <a16:creationId xmlns:a16="http://schemas.microsoft.com/office/drawing/2014/main" id="{F824ED4C-27AA-3A7B-AB7C-44ED912B0985}"/>
              </a:ext>
            </a:extLst>
          </p:cNvPr>
          <p:cNvSpPr txBox="1"/>
          <p:nvPr/>
        </p:nvSpPr>
        <p:spPr>
          <a:xfrm>
            <a:off x="915847" y="3362035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Google Shape;1660;p153">
            <a:extLst>
              <a:ext uri="{FF2B5EF4-FFF2-40B4-BE49-F238E27FC236}">
                <a16:creationId xmlns:a16="http://schemas.microsoft.com/office/drawing/2014/main" id="{D083AE6C-275E-2101-7D66-4C00C78E0B86}"/>
              </a:ext>
            </a:extLst>
          </p:cNvPr>
          <p:cNvSpPr txBox="1"/>
          <p:nvPr/>
        </p:nvSpPr>
        <p:spPr>
          <a:xfrm>
            <a:off x="2756415" y="3362035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Google Shape;1661;p153">
            <a:extLst>
              <a:ext uri="{FF2B5EF4-FFF2-40B4-BE49-F238E27FC236}">
                <a16:creationId xmlns:a16="http://schemas.microsoft.com/office/drawing/2014/main" id="{27E06B80-CD0C-4D8C-78B1-BF9FE314B079}"/>
              </a:ext>
            </a:extLst>
          </p:cNvPr>
          <p:cNvSpPr txBox="1"/>
          <p:nvPr/>
        </p:nvSpPr>
        <p:spPr>
          <a:xfrm>
            <a:off x="4462815" y="3362035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36" name="Google Shape;1662;p153">
            <a:extLst>
              <a:ext uri="{FF2B5EF4-FFF2-40B4-BE49-F238E27FC236}">
                <a16:creationId xmlns:a16="http://schemas.microsoft.com/office/drawing/2014/main" id="{4A18C2DA-AF2E-EA70-7EC1-C44C88126724}"/>
              </a:ext>
            </a:extLst>
          </p:cNvPr>
          <p:cNvCxnSpPr>
            <a:cxnSpLocks/>
          </p:cNvCxnSpPr>
          <p:nvPr/>
        </p:nvCxnSpPr>
        <p:spPr>
          <a:xfrm flipH="1">
            <a:off x="1489780" y="2267109"/>
            <a:ext cx="1043830" cy="77453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7" name="Google Shape;1663;p153">
            <a:extLst>
              <a:ext uri="{FF2B5EF4-FFF2-40B4-BE49-F238E27FC236}">
                <a16:creationId xmlns:a16="http://schemas.microsoft.com/office/drawing/2014/main" id="{5CD21D94-E957-8A2A-1170-993E9BCAA069}"/>
              </a:ext>
            </a:extLst>
          </p:cNvPr>
          <p:cNvCxnSpPr>
            <a:cxnSpLocks/>
          </p:cNvCxnSpPr>
          <p:nvPr/>
        </p:nvCxnSpPr>
        <p:spPr>
          <a:xfrm>
            <a:off x="3956758" y="2513303"/>
            <a:ext cx="1243763" cy="55851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8" name="Google Shape;1664;p153">
            <a:extLst>
              <a:ext uri="{FF2B5EF4-FFF2-40B4-BE49-F238E27FC236}">
                <a16:creationId xmlns:a16="http://schemas.microsoft.com/office/drawing/2014/main" id="{97740D4C-F363-7E88-86FB-28AA8E2C1CC1}"/>
              </a:ext>
            </a:extLst>
          </p:cNvPr>
          <p:cNvCxnSpPr/>
          <p:nvPr/>
        </p:nvCxnSpPr>
        <p:spPr>
          <a:xfrm>
            <a:off x="1732047" y="4086258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9" name="Google Shape;1665;p153" descr="directory.png">
            <a:extLst>
              <a:ext uri="{FF2B5EF4-FFF2-40B4-BE49-F238E27FC236}">
                <a16:creationId xmlns:a16="http://schemas.microsoft.com/office/drawing/2014/main" id="{8FECFF08-2C3F-7B1B-DC91-C3C3016517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33" y="4489802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1666;p153">
            <a:extLst>
              <a:ext uri="{FF2B5EF4-FFF2-40B4-BE49-F238E27FC236}">
                <a16:creationId xmlns:a16="http://schemas.microsoft.com/office/drawing/2014/main" id="{9A09A884-F93F-9F6C-B518-DCBC8CEC9B42}"/>
              </a:ext>
            </a:extLst>
          </p:cNvPr>
          <p:cNvSpPr txBox="1"/>
          <p:nvPr/>
        </p:nvSpPr>
        <p:spPr>
          <a:xfrm>
            <a:off x="1276572" y="4808327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Google Shape;1667;p153">
            <a:extLst>
              <a:ext uri="{FF2B5EF4-FFF2-40B4-BE49-F238E27FC236}">
                <a16:creationId xmlns:a16="http://schemas.microsoft.com/office/drawing/2014/main" id="{6533CD52-4658-30C2-BC0E-A608968E70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3228447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1668;p153">
            <a:extLst>
              <a:ext uri="{FF2B5EF4-FFF2-40B4-BE49-F238E27FC236}">
                <a16:creationId xmlns:a16="http://schemas.microsoft.com/office/drawing/2014/main" id="{EC226748-7B88-E3FB-DB59-B2FF3533A01D}"/>
              </a:ext>
            </a:extLst>
          </p:cNvPr>
          <p:cNvSpPr txBox="1"/>
          <p:nvPr/>
        </p:nvSpPr>
        <p:spPr>
          <a:xfrm>
            <a:off x="191363" y="3555074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sp>
        <p:nvSpPr>
          <p:cNvPr id="43" name="Google Shape;1669;p153">
            <a:extLst>
              <a:ext uri="{FF2B5EF4-FFF2-40B4-BE49-F238E27FC236}">
                <a16:creationId xmlns:a16="http://schemas.microsoft.com/office/drawing/2014/main" id="{B0CA861D-EE73-AFD3-74CD-DBAC07585BA6}"/>
              </a:ext>
            </a:extLst>
          </p:cNvPr>
          <p:cNvSpPr txBox="1"/>
          <p:nvPr/>
        </p:nvSpPr>
        <p:spPr>
          <a:xfrm>
            <a:off x="2998100" y="4845402"/>
            <a:ext cx="1332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Working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44" name="Google Shape;1670;p153">
            <a:extLst>
              <a:ext uri="{FF2B5EF4-FFF2-40B4-BE49-F238E27FC236}">
                <a16:creationId xmlns:a16="http://schemas.microsoft.com/office/drawing/2014/main" id="{AF47298A-3883-6BAA-68F4-A1D1E7926BF2}"/>
              </a:ext>
            </a:extLst>
          </p:cNvPr>
          <p:cNvCxnSpPr>
            <a:cxnSpLocks/>
          </p:cNvCxnSpPr>
          <p:nvPr/>
        </p:nvCxnSpPr>
        <p:spPr>
          <a:xfrm>
            <a:off x="2232418" y="4003966"/>
            <a:ext cx="1178504" cy="49949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45" name="Google Shape;1671;p153">
            <a:extLst>
              <a:ext uri="{FF2B5EF4-FFF2-40B4-BE49-F238E27FC236}">
                <a16:creationId xmlns:a16="http://schemas.microsoft.com/office/drawing/2014/main" id="{AEFDCE64-43AC-FFF9-AD61-0268C86EBDC4}"/>
              </a:ext>
            </a:extLst>
          </p:cNvPr>
          <p:cNvCxnSpPr/>
          <p:nvPr/>
        </p:nvCxnSpPr>
        <p:spPr>
          <a:xfrm flipH="1">
            <a:off x="778874" y="5575901"/>
            <a:ext cx="265600" cy="4952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46" name="Google Shape;1672;p153">
            <a:extLst>
              <a:ext uri="{FF2B5EF4-FFF2-40B4-BE49-F238E27FC236}">
                <a16:creationId xmlns:a16="http://schemas.microsoft.com/office/drawing/2014/main" id="{3375665E-8B00-519E-0DF5-DB7F5908406A}"/>
              </a:ext>
            </a:extLst>
          </p:cNvPr>
          <p:cNvCxnSpPr/>
          <p:nvPr/>
        </p:nvCxnSpPr>
        <p:spPr>
          <a:xfrm>
            <a:off x="1688418" y="5563101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47" name="Google Shape;1673;p153">
            <a:extLst>
              <a:ext uri="{FF2B5EF4-FFF2-40B4-BE49-F238E27FC236}">
                <a16:creationId xmlns:a16="http://schemas.microsoft.com/office/drawing/2014/main" id="{70A1C681-B3F9-610F-8C47-15C11D9CE831}"/>
              </a:ext>
            </a:extLst>
          </p:cNvPr>
          <p:cNvCxnSpPr/>
          <p:nvPr/>
        </p:nvCxnSpPr>
        <p:spPr>
          <a:xfrm>
            <a:off x="2232418" y="5546689"/>
            <a:ext cx="358000" cy="5088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8" name="Google Shape;1674;p153">
            <a:extLst>
              <a:ext uri="{FF2B5EF4-FFF2-40B4-BE49-F238E27FC236}">
                <a16:creationId xmlns:a16="http://schemas.microsoft.com/office/drawing/2014/main" id="{CC4E12DB-C86C-D07A-5FCC-D642CF988125}"/>
              </a:ext>
            </a:extLst>
          </p:cNvPr>
          <p:cNvSpPr txBox="1"/>
          <p:nvPr/>
        </p:nvSpPr>
        <p:spPr>
          <a:xfrm>
            <a:off x="389484" y="6064575"/>
            <a:ext cx="76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rags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9" name="Google Shape;1675;p153">
            <a:extLst>
              <a:ext uri="{FF2B5EF4-FFF2-40B4-BE49-F238E27FC236}">
                <a16:creationId xmlns:a16="http://schemas.microsoft.com/office/drawing/2014/main" id="{495CA87E-132C-DC96-8CFC-03E33C7047E5}"/>
              </a:ext>
            </a:extLst>
          </p:cNvPr>
          <p:cNvSpPr txBox="1"/>
          <p:nvPr/>
        </p:nvSpPr>
        <p:spPr>
          <a:xfrm>
            <a:off x="1274047" y="6064575"/>
            <a:ext cx="91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Earth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0" name="Google Shape;1676;p153">
            <a:extLst>
              <a:ext uri="{FF2B5EF4-FFF2-40B4-BE49-F238E27FC236}">
                <a16:creationId xmlns:a16="http://schemas.microsoft.com/office/drawing/2014/main" id="{18D00E4C-5FAD-C19D-24A6-69D458F99AF0}"/>
              </a:ext>
            </a:extLst>
          </p:cNvPr>
          <p:cNvSpPr txBox="1"/>
          <p:nvPr/>
        </p:nvSpPr>
        <p:spPr>
          <a:xfrm>
            <a:off x="2308440" y="6064575"/>
            <a:ext cx="119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Heaven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144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A47F70-E143-5103-6949-964FB1EF9C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682;p154">
            <a:extLst>
              <a:ext uri="{FF2B5EF4-FFF2-40B4-BE49-F238E27FC236}">
                <a16:creationId xmlns:a16="http://schemas.microsoft.com/office/drawing/2014/main" id="{C211F321-4BBD-D113-F776-C663753547A8}"/>
              </a:ext>
            </a:extLst>
          </p:cNvPr>
          <p:cNvSpPr/>
          <p:nvPr/>
        </p:nvSpPr>
        <p:spPr>
          <a:xfrm>
            <a:off x="1310367" y="6042167"/>
            <a:ext cx="766000" cy="308400"/>
          </a:xfrm>
          <a:prstGeom prst="rect">
            <a:avLst/>
          </a:prstGeom>
          <a:solidFill>
            <a:srgbClr val="C0504D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683;p154">
            <a:extLst>
              <a:ext uri="{FF2B5EF4-FFF2-40B4-BE49-F238E27FC236}">
                <a16:creationId xmlns:a16="http://schemas.microsoft.com/office/drawing/2014/main" id="{E0E5F21B-1487-EED4-540F-ABA7FF379F8C}"/>
              </a:ext>
            </a:extLst>
          </p:cNvPr>
          <p:cNvSpPr txBox="1"/>
          <p:nvPr/>
        </p:nvSpPr>
        <p:spPr>
          <a:xfrm>
            <a:off x="6485233" y="3376489"/>
            <a:ext cx="536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Moving Files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684;p154">
            <a:extLst>
              <a:ext uri="{FF2B5EF4-FFF2-40B4-BE49-F238E27FC236}">
                <a16:creationId xmlns:a16="http://schemas.microsoft.com/office/drawing/2014/main" id="{5A2AC6F5-0367-3C32-0C6F-8A5058E2DFC8}"/>
              </a:ext>
            </a:extLst>
          </p:cNvPr>
          <p:cNvSpPr txBox="1"/>
          <p:nvPr/>
        </p:nvSpPr>
        <p:spPr>
          <a:xfrm>
            <a:off x="6897361" y="3994049"/>
            <a:ext cx="4710800" cy="19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mv can also be used to rename files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Let’s change rags to riches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" name="Google Shape;1685;p154">
            <a:extLst>
              <a:ext uri="{FF2B5EF4-FFF2-40B4-BE49-F238E27FC236}">
                <a16:creationId xmlns:a16="http://schemas.microsoft.com/office/drawing/2014/main" id="{3E7011CF-D51C-471F-7C14-FA8136E135EF}"/>
              </a:ext>
            </a:extLst>
          </p:cNvPr>
          <p:cNvSpPr/>
          <p:nvPr/>
        </p:nvSpPr>
        <p:spPr>
          <a:xfrm>
            <a:off x="7375131" y="4825926"/>
            <a:ext cx="3940000" cy="48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mv ./rags ./riches</a:t>
            </a:r>
            <a:endParaRPr sz="2400" dirty="0"/>
          </a:p>
        </p:txBody>
      </p:sp>
      <p:cxnSp>
        <p:nvCxnSpPr>
          <p:cNvPr id="7" name="Google Shape;1686;p154">
            <a:extLst>
              <a:ext uri="{FF2B5EF4-FFF2-40B4-BE49-F238E27FC236}">
                <a16:creationId xmlns:a16="http://schemas.microsoft.com/office/drawing/2014/main" id="{2F310597-2DD9-F5A9-5F8C-13E8E2D20126}"/>
              </a:ext>
            </a:extLst>
          </p:cNvPr>
          <p:cNvCxnSpPr/>
          <p:nvPr/>
        </p:nvCxnSpPr>
        <p:spPr>
          <a:xfrm rot="10800000" flipH="1">
            <a:off x="8714147" y="5342280"/>
            <a:ext cx="216800" cy="264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8" name="Google Shape;1687;p154">
            <a:extLst>
              <a:ext uri="{FF2B5EF4-FFF2-40B4-BE49-F238E27FC236}">
                <a16:creationId xmlns:a16="http://schemas.microsoft.com/office/drawing/2014/main" id="{A021B923-745B-9859-A332-813E9BA565D9}"/>
              </a:ext>
            </a:extLst>
          </p:cNvPr>
          <p:cNvCxnSpPr/>
          <p:nvPr/>
        </p:nvCxnSpPr>
        <p:spPr>
          <a:xfrm rot="10800000">
            <a:off x="10194375" y="5379355"/>
            <a:ext cx="216800" cy="264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9" name="Google Shape;1688;p154">
            <a:extLst>
              <a:ext uri="{FF2B5EF4-FFF2-40B4-BE49-F238E27FC236}">
                <a16:creationId xmlns:a16="http://schemas.microsoft.com/office/drawing/2014/main" id="{0C2BA6BC-3C0D-39AE-7FDA-F29695DB6A8E}"/>
              </a:ext>
            </a:extLst>
          </p:cNvPr>
          <p:cNvSpPr txBox="1"/>
          <p:nvPr/>
        </p:nvSpPr>
        <p:spPr>
          <a:xfrm>
            <a:off x="7890947" y="5488773"/>
            <a:ext cx="1314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Path</a:t>
            </a:r>
            <a:endParaRPr sz="2400" dirty="0"/>
          </a:p>
        </p:txBody>
      </p:sp>
      <p:sp>
        <p:nvSpPr>
          <p:cNvPr id="10" name="Google Shape;1689;p154">
            <a:extLst>
              <a:ext uri="{FF2B5EF4-FFF2-40B4-BE49-F238E27FC236}">
                <a16:creationId xmlns:a16="http://schemas.microsoft.com/office/drawing/2014/main" id="{211D2924-D26F-363B-DEF2-51832A374942}"/>
              </a:ext>
            </a:extLst>
          </p:cNvPr>
          <p:cNvSpPr txBox="1"/>
          <p:nvPr/>
        </p:nvSpPr>
        <p:spPr>
          <a:xfrm>
            <a:off x="9706736" y="5515095"/>
            <a:ext cx="1941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Location Path</a:t>
            </a:r>
            <a:endParaRPr sz="2400"/>
          </a:p>
        </p:txBody>
      </p:sp>
      <p:pic>
        <p:nvPicPr>
          <p:cNvPr id="11" name="Google Shape;1692;p154" descr="directory.png">
            <a:extLst>
              <a:ext uri="{FF2B5EF4-FFF2-40B4-BE49-F238E27FC236}">
                <a16:creationId xmlns:a16="http://schemas.microsoft.com/office/drawing/2014/main" id="{D193624E-D9C5-D991-52AE-E4EA267C43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73583" y="1990076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693;p154">
            <a:extLst>
              <a:ext uri="{FF2B5EF4-FFF2-40B4-BE49-F238E27FC236}">
                <a16:creationId xmlns:a16="http://schemas.microsoft.com/office/drawing/2014/main" id="{0249FDDD-5BB9-944E-808B-DD8ADFEC6C36}"/>
              </a:ext>
            </a:extLst>
          </p:cNvPr>
          <p:cNvSpPr txBox="1"/>
          <p:nvPr/>
        </p:nvSpPr>
        <p:spPr>
          <a:xfrm>
            <a:off x="10579947" y="1510268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694;p154" descr="directory.png">
            <a:extLst>
              <a:ext uri="{FF2B5EF4-FFF2-40B4-BE49-F238E27FC236}">
                <a16:creationId xmlns:a16="http://schemas.microsoft.com/office/drawing/2014/main" id="{5D8113AE-7B14-5FC1-3051-550F71030EB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27899" y="944276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695;p154" descr="directory.png">
            <a:extLst>
              <a:ext uri="{FF2B5EF4-FFF2-40B4-BE49-F238E27FC236}">
                <a16:creationId xmlns:a16="http://schemas.microsoft.com/office/drawing/2014/main" id="{90505941-EB7B-9D5F-8722-96C296563A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1692000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696;p154" descr="directory.png">
            <a:extLst>
              <a:ext uri="{FF2B5EF4-FFF2-40B4-BE49-F238E27FC236}">
                <a16:creationId xmlns:a16="http://schemas.microsoft.com/office/drawing/2014/main" id="{1B8FE32E-924D-00B2-55C3-5BD953F1B4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8100" y="4531367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97;p154" descr="directory.png">
            <a:extLst>
              <a:ext uri="{FF2B5EF4-FFF2-40B4-BE49-F238E27FC236}">
                <a16:creationId xmlns:a16="http://schemas.microsoft.com/office/drawing/2014/main" id="{FB1168BD-08A7-9166-0B1A-7B5A6E7811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000608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698;p154" descr="directory.png">
            <a:extLst>
              <a:ext uri="{FF2B5EF4-FFF2-40B4-BE49-F238E27FC236}">
                <a16:creationId xmlns:a16="http://schemas.microsoft.com/office/drawing/2014/main" id="{5FA66675-3815-3B6D-FADB-68BB4DD32AB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068337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699;p154" descr="directory.png">
            <a:extLst>
              <a:ext uri="{FF2B5EF4-FFF2-40B4-BE49-F238E27FC236}">
                <a16:creationId xmlns:a16="http://schemas.microsoft.com/office/drawing/2014/main" id="{AE7B74B1-8FF6-F1B2-A070-31739D00558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068333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700;p154" descr="directory.png">
            <a:extLst>
              <a:ext uri="{FF2B5EF4-FFF2-40B4-BE49-F238E27FC236}">
                <a16:creationId xmlns:a16="http://schemas.microsoft.com/office/drawing/2014/main" id="{365E4A7F-0F04-7967-078C-1AA87D04472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068333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701;p154">
            <a:extLst>
              <a:ext uri="{FF2B5EF4-FFF2-40B4-BE49-F238E27FC236}">
                <a16:creationId xmlns:a16="http://schemas.microsoft.com/office/drawing/2014/main" id="{65A71845-80ED-1BCA-D486-FF44E477A152}"/>
              </a:ext>
            </a:extLst>
          </p:cNvPr>
          <p:cNvSpPr txBox="1"/>
          <p:nvPr/>
        </p:nvSpPr>
        <p:spPr>
          <a:xfrm>
            <a:off x="5714729" y="1264074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 dirty="0"/>
          </a:p>
        </p:txBody>
      </p:sp>
      <p:sp>
        <p:nvSpPr>
          <p:cNvPr id="21" name="Google Shape;1702;p154">
            <a:extLst>
              <a:ext uri="{FF2B5EF4-FFF2-40B4-BE49-F238E27FC236}">
                <a16:creationId xmlns:a16="http://schemas.microsoft.com/office/drawing/2014/main" id="{1D1A3D33-FD61-21FD-63AC-C62F9142EFA2}"/>
              </a:ext>
            </a:extLst>
          </p:cNvPr>
          <p:cNvSpPr txBox="1"/>
          <p:nvPr/>
        </p:nvSpPr>
        <p:spPr>
          <a:xfrm>
            <a:off x="2831253" y="2062480"/>
            <a:ext cx="970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sz="2400"/>
          </a:p>
        </p:txBody>
      </p:sp>
      <p:sp>
        <p:nvSpPr>
          <p:cNvPr id="22" name="Google Shape;1703;p154">
            <a:extLst>
              <a:ext uri="{FF2B5EF4-FFF2-40B4-BE49-F238E27FC236}">
                <a16:creationId xmlns:a16="http://schemas.microsoft.com/office/drawing/2014/main" id="{2F836268-179D-D08F-CD0B-A3F44B471800}"/>
              </a:ext>
            </a:extLst>
          </p:cNvPr>
          <p:cNvSpPr txBox="1"/>
          <p:nvPr/>
        </p:nvSpPr>
        <p:spPr>
          <a:xfrm>
            <a:off x="5784427" y="2381140"/>
            <a:ext cx="6404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bin</a:t>
            </a:r>
            <a:endParaRPr sz="2400"/>
          </a:p>
        </p:txBody>
      </p:sp>
      <p:sp>
        <p:nvSpPr>
          <p:cNvPr id="23" name="Google Shape;1704;p154">
            <a:extLst>
              <a:ext uri="{FF2B5EF4-FFF2-40B4-BE49-F238E27FC236}">
                <a16:creationId xmlns:a16="http://schemas.microsoft.com/office/drawing/2014/main" id="{5F1F77C3-6882-87BE-3A1E-7C6E362C6F9B}"/>
              </a:ext>
            </a:extLst>
          </p:cNvPr>
          <p:cNvSpPr txBox="1"/>
          <p:nvPr/>
        </p:nvSpPr>
        <p:spPr>
          <a:xfrm>
            <a:off x="8547947" y="2381139"/>
            <a:ext cx="549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lib</a:t>
            </a:r>
            <a:endParaRPr sz="2400"/>
          </a:p>
        </p:txBody>
      </p:sp>
      <p:cxnSp>
        <p:nvCxnSpPr>
          <p:cNvPr id="24" name="Google Shape;1705;p154">
            <a:extLst>
              <a:ext uri="{FF2B5EF4-FFF2-40B4-BE49-F238E27FC236}">
                <a16:creationId xmlns:a16="http://schemas.microsoft.com/office/drawing/2014/main" id="{29AEF9E0-D560-9124-D0B3-0D548EF78FB1}"/>
              </a:ext>
            </a:extLst>
          </p:cNvPr>
          <p:cNvCxnSpPr/>
          <p:nvPr/>
        </p:nvCxnSpPr>
        <p:spPr>
          <a:xfrm flipH="1">
            <a:off x="3524615" y="1229360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5" name="Google Shape;1706;p154">
            <a:extLst>
              <a:ext uri="{FF2B5EF4-FFF2-40B4-BE49-F238E27FC236}">
                <a16:creationId xmlns:a16="http://schemas.microsoft.com/office/drawing/2014/main" id="{768FF928-B388-D7B4-98FF-ECF36A9C4D31}"/>
              </a:ext>
            </a:extLst>
          </p:cNvPr>
          <p:cNvCxnSpPr/>
          <p:nvPr/>
        </p:nvCxnSpPr>
        <p:spPr>
          <a:xfrm>
            <a:off x="6684530" y="1660453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6" name="Google Shape;1707;p154">
            <a:extLst>
              <a:ext uri="{FF2B5EF4-FFF2-40B4-BE49-F238E27FC236}">
                <a16:creationId xmlns:a16="http://schemas.microsoft.com/office/drawing/2014/main" id="{892B48BF-518D-5E32-7899-F98052D948E0}"/>
              </a:ext>
            </a:extLst>
          </p:cNvPr>
          <p:cNvCxnSpPr>
            <a:cxnSpLocks/>
          </p:cNvCxnSpPr>
          <p:nvPr/>
        </p:nvCxnSpPr>
        <p:spPr>
          <a:xfrm>
            <a:off x="6017672" y="1914453"/>
            <a:ext cx="0" cy="28554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7" name="Google Shape;1708;p154">
            <a:extLst>
              <a:ext uri="{FF2B5EF4-FFF2-40B4-BE49-F238E27FC236}">
                <a16:creationId xmlns:a16="http://schemas.microsoft.com/office/drawing/2014/main" id="{D028DAE5-AF0E-B858-92CE-5D0AD2F66267}"/>
              </a:ext>
            </a:extLst>
          </p:cNvPr>
          <p:cNvCxnSpPr/>
          <p:nvPr/>
        </p:nvCxnSpPr>
        <p:spPr>
          <a:xfrm>
            <a:off x="6827520" y="1406453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8" name="Google Shape;1709;p154">
            <a:extLst>
              <a:ext uri="{FF2B5EF4-FFF2-40B4-BE49-F238E27FC236}">
                <a16:creationId xmlns:a16="http://schemas.microsoft.com/office/drawing/2014/main" id="{194CDA6D-3A7C-8848-BD96-69A421A09732}"/>
              </a:ext>
            </a:extLst>
          </p:cNvPr>
          <p:cNvSpPr txBox="1"/>
          <p:nvPr/>
        </p:nvSpPr>
        <p:spPr>
          <a:xfrm>
            <a:off x="10350547" y="1801412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9" name="Google Shape;1710;p154">
            <a:extLst>
              <a:ext uri="{FF2B5EF4-FFF2-40B4-BE49-F238E27FC236}">
                <a16:creationId xmlns:a16="http://schemas.microsoft.com/office/drawing/2014/main" id="{B747132C-5955-16FB-A4A0-05A4678239B5}"/>
              </a:ext>
            </a:extLst>
          </p:cNvPr>
          <p:cNvCxnSpPr/>
          <p:nvPr/>
        </p:nvCxnSpPr>
        <p:spPr>
          <a:xfrm>
            <a:off x="3318933" y="2733336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0" name="Google Shape;1711;p154">
            <a:extLst>
              <a:ext uri="{FF2B5EF4-FFF2-40B4-BE49-F238E27FC236}">
                <a16:creationId xmlns:a16="http://schemas.microsoft.com/office/drawing/2014/main" id="{A74CBCE6-8A83-4641-2361-03621C553104}"/>
              </a:ext>
            </a:extLst>
          </p:cNvPr>
          <p:cNvSpPr txBox="1"/>
          <p:nvPr/>
        </p:nvSpPr>
        <p:spPr>
          <a:xfrm>
            <a:off x="915847" y="3403600"/>
            <a:ext cx="1435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genomics</a:t>
            </a:r>
            <a:endParaRPr sz="2400"/>
          </a:p>
        </p:txBody>
      </p:sp>
      <p:sp>
        <p:nvSpPr>
          <p:cNvPr id="31" name="Google Shape;1712;p154">
            <a:extLst>
              <a:ext uri="{FF2B5EF4-FFF2-40B4-BE49-F238E27FC236}">
                <a16:creationId xmlns:a16="http://schemas.microsoft.com/office/drawing/2014/main" id="{499DD738-334A-8AB6-635C-33DF8BC09F01}"/>
              </a:ext>
            </a:extLst>
          </p:cNvPr>
          <p:cNvSpPr txBox="1"/>
          <p:nvPr/>
        </p:nvSpPr>
        <p:spPr>
          <a:xfrm>
            <a:off x="2756415" y="3403600"/>
            <a:ext cx="1123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endParaRPr sz="2400"/>
          </a:p>
        </p:txBody>
      </p:sp>
      <p:sp>
        <p:nvSpPr>
          <p:cNvPr id="32" name="Google Shape;1713;p154">
            <a:extLst>
              <a:ext uri="{FF2B5EF4-FFF2-40B4-BE49-F238E27FC236}">
                <a16:creationId xmlns:a16="http://schemas.microsoft.com/office/drawing/2014/main" id="{2C39F028-B446-BD71-0B24-631A0171E276}"/>
              </a:ext>
            </a:extLst>
          </p:cNvPr>
          <p:cNvSpPr txBox="1"/>
          <p:nvPr/>
        </p:nvSpPr>
        <p:spPr>
          <a:xfrm>
            <a:off x="4462815" y="3403600"/>
            <a:ext cx="1158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ubuntu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1714;p154">
            <a:extLst>
              <a:ext uri="{FF2B5EF4-FFF2-40B4-BE49-F238E27FC236}">
                <a16:creationId xmlns:a16="http://schemas.microsoft.com/office/drawing/2014/main" id="{7D2B0908-8B37-4A70-51CA-49D025D79DB8}"/>
              </a:ext>
            </a:extLst>
          </p:cNvPr>
          <p:cNvCxnSpPr>
            <a:cxnSpLocks/>
          </p:cNvCxnSpPr>
          <p:nvPr/>
        </p:nvCxnSpPr>
        <p:spPr>
          <a:xfrm flipH="1">
            <a:off x="1543594" y="2273263"/>
            <a:ext cx="1043830" cy="77453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4" name="Google Shape;1715;p154">
            <a:extLst>
              <a:ext uri="{FF2B5EF4-FFF2-40B4-BE49-F238E27FC236}">
                <a16:creationId xmlns:a16="http://schemas.microsoft.com/office/drawing/2014/main" id="{240601E7-B514-5641-CEF7-7C9F9D7C3D6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886577" y="2432928"/>
            <a:ext cx="1124956" cy="63540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5" name="Google Shape;1716;p154">
            <a:extLst>
              <a:ext uri="{FF2B5EF4-FFF2-40B4-BE49-F238E27FC236}">
                <a16:creationId xmlns:a16="http://schemas.microsoft.com/office/drawing/2014/main" id="{ECEE9A2F-CA4A-8A9C-8B00-4E9334ADCD2E}"/>
              </a:ext>
            </a:extLst>
          </p:cNvPr>
          <p:cNvCxnSpPr/>
          <p:nvPr/>
        </p:nvCxnSpPr>
        <p:spPr>
          <a:xfrm>
            <a:off x="1693360" y="411003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6" name="Google Shape;1717;p154" descr="directory.png">
            <a:extLst>
              <a:ext uri="{FF2B5EF4-FFF2-40B4-BE49-F238E27FC236}">
                <a16:creationId xmlns:a16="http://schemas.microsoft.com/office/drawing/2014/main" id="{3BDF4576-E995-0F0E-31CF-81CC0755514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33" y="4531367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718;p154">
            <a:extLst>
              <a:ext uri="{FF2B5EF4-FFF2-40B4-BE49-F238E27FC236}">
                <a16:creationId xmlns:a16="http://schemas.microsoft.com/office/drawing/2014/main" id="{E3891336-ECF5-A1F2-A0C3-364B530DB121}"/>
              </a:ext>
            </a:extLst>
          </p:cNvPr>
          <p:cNvSpPr txBox="1"/>
          <p:nvPr/>
        </p:nvSpPr>
        <p:spPr>
          <a:xfrm>
            <a:off x="1276572" y="4849892"/>
            <a:ext cx="833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2400"/>
          </a:p>
        </p:txBody>
      </p:sp>
      <p:pic>
        <p:nvPicPr>
          <p:cNvPr id="38" name="Google Shape;1719;p154">
            <a:extLst>
              <a:ext uri="{FF2B5EF4-FFF2-40B4-BE49-F238E27FC236}">
                <a16:creationId xmlns:a16="http://schemas.microsoft.com/office/drawing/2014/main" id="{5C74067E-FDE5-9009-7AB5-BC8559F424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32700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720;p154">
            <a:extLst>
              <a:ext uri="{FF2B5EF4-FFF2-40B4-BE49-F238E27FC236}">
                <a16:creationId xmlns:a16="http://schemas.microsoft.com/office/drawing/2014/main" id="{18B54DAF-7A9D-6416-B211-6436567B994E}"/>
              </a:ext>
            </a:extLst>
          </p:cNvPr>
          <p:cNvSpPr txBox="1"/>
          <p:nvPr/>
        </p:nvSpPr>
        <p:spPr>
          <a:xfrm>
            <a:off x="191363" y="3596639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sp>
        <p:nvSpPr>
          <p:cNvPr id="40" name="Google Shape;1721;p154">
            <a:extLst>
              <a:ext uri="{FF2B5EF4-FFF2-40B4-BE49-F238E27FC236}">
                <a16:creationId xmlns:a16="http://schemas.microsoft.com/office/drawing/2014/main" id="{7EECB537-B7AE-3A0E-762B-AEFC8BE3B283}"/>
              </a:ext>
            </a:extLst>
          </p:cNvPr>
          <p:cNvSpPr txBox="1"/>
          <p:nvPr/>
        </p:nvSpPr>
        <p:spPr>
          <a:xfrm>
            <a:off x="2998100" y="4886967"/>
            <a:ext cx="1332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Working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1722;p154">
            <a:extLst>
              <a:ext uri="{FF2B5EF4-FFF2-40B4-BE49-F238E27FC236}">
                <a16:creationId xmlns:a16="http://schemas.microsoft.com/office/drawing/2014/main" id="{1CA2EC87-D685-6326-11B1-2616A567C06F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269414" y="4013161"/>
            <a:ext cx="1330486" cy="51820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42" name="Google Shape;1723;p154">
            <a:extLst>
              <a:ext uri="{FF2B5EF4-FFF2-40B4-BE49-F238E27FC236}">
                <a16:creationId xmlns:a16="http://schemas.microsoft.com/office/drawing/2014/main" id="{857A7160-D243-A792-5849-2FBC26CADCBE}"/>
              </a:ext>
            </a:extLst>
          </p:cNvPr>
          <p:cNvCxnSpPr/>
          <p:nvPr/>
        </p:nvCxnSpPr>
        <p:spPr>
          <a:xfrm>
            <a:off x="3599900" y="5656173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43" name="Google Shape;1724;p154">
            <a:extLst>
              <a:ext uri="{FF2B5EF4-FFF2-40B4-BE49-F238E27FC236}">
                <a16:creationId xmlns:a16="http://schemas.microsoft.com/office/drawing/2014/main" id="{A15AF8CB-47B8-4EEA-3A3E-AA94A575289E}"/>
              </a:ext>
            </a:extLst>
          </p:cNvPr>
          <p:cNvCxnSpPr>
            <a:cxnSpLocks/>
          </p:cNvCxnSpPr>
          <p:nvPr/>
        </p:nvCxnSpPr>
        <p:spPr>
          <a:xfrm>
            <a:off x="4192341" y="5618976"/>
            <a:ext cx="396988" cy="471591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4" name="Google Shape;1725;p154">
            <a:extLst>
              <a:ext uri="{FF2B5EF4-FFF2-40B4-BE49-F238E27FC236}">
                <a16:creationId xmlns:a16="http://schemas.microsoft.com/office/drawing/2014/main" id="{BC2FB48D-5E56-10D3-7E85-51AFA35DCECA}"/>
              </a:ext>
            </a:extLst>
          </p:cNvPr>
          <p:cNvSpPr txBox="1"/>
          <p:nvPr/>
        </p:nvSpPr>
        <p:spPr>
          <a:xfrm>
            <a:off x="1311968" y="5910173"/>
            <a:ext cx="76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rags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1726;p154">
            <a:extLst>
              <a:ext uri="{FF2B5EF4-FFF2-40B4-BE49-F238E27FC236}">
                <a16:creationId xmlns:a16="http://schemas.microsoft.com/office/drawing/2014/main" id="{BB044CD1-8B22-50E4-6183-EA7AD0EB2A4E}"/>
              </a:ext>
            </a:extLst>
          </p:cNvPr>
          <p:cNvSpPr txBox="1"/>
          <p:nvPr/>
        </p:nvSpPr>
        <p:spPr>
          <a:xfrm>
            <a:off x="3204447" y="6106140"/>
            <a:ext cx="9160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Earth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1727;p154">
            <a:extLst>
              <a:ext uri="{FF2B5EF4-FFF2-40B4-BE49-F238E27FC236}">
                <a16:creationId xmlns:a16="http://schemas.microsoft.com/office/drawing/2014/main" id="{FAF3BF48-4461-8818-03F4-97E3E834862A}"/>
              </a:ext>
            </a:extLst>
          </p:cNvPr>
          <p:cNvSpPr txBox="1"/>
          <p:nvPr/>
        </p:nvSpPr>
        <p:spPr>
          <a:xfrm>
            <a:off x="4238840" y="6106140"/>
            <a:ext cx="11924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Heaven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1728;p154">
            <a:extLst>
              <a:ext uri="{FF2B5EF4-FFF2-40B4-BE49-F238E27FC236}">
                <a16:creationId xmlns:a16="http://schemas.microsoft.com/office/drawing/2014/main" id="{B371194E-D33F-F910-53A4-FA7F330F9EC6}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1694968" y="5583046"/>
            <a:ext cx="71219" cy="32712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20449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0DA5A1-1850-4C48-C460-4E74E23591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38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Google Shape;1733;p155">
            <a:extLst>
              <a:ext uri="{FF2B5EF4-FFF2-40B4-BE49-F238E27FC236}">
                <a16:creationId xmlns:a16="http://schemas.microsoft.com/office/drawing/2014/main" id="{B8253D35-506B-CB40-F9A0-91200250EF38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>
            <a:off x="4155567" y="5623618"/>
            <a:ext cx="3074" cy="462222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4" name="Google Shape;1735;p155">
            <a:extLst>
              <a:ext uri="{FF2B5EF4-FFF2-40B4-BE49-F238E27FC236}">
                <a16:creationId xmlns:a16="http://schemas.microsoft.com/office/drawing/2014/main" id="{E5FCE6DA-B14B-459C-D318-9B76F23A86F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4806788" y="5486240"/>
            <a:ext cx="524447" cy="5996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5" name="Google Shape;1737;p155">
            <a:extLst>
              <a:ext uri="{FF2B5EF4-FFF2-40B4-BE49-F238E27FC236}">
                <a16:creationId xmlns:a16="http://schemas.microsoft.com/office/drawing/2014/main" id="{70C4A7C9-1809-7AC7-4DDE-2CAC6535D96C}"/>
              </a:ext>
            </a:extLst>
          </p:cNvPr>
          <p:cNvSpPr txBox="1"/>
          <p:nvPr/>
        </p:nvSpPr>
        <p:spPr>
          <a:xfrm>
            <a:off x="1822439" y="6085840"/>
            <a:ext cx="989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riches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734;p155">
            <a:extLst>
              <a:ext uri="{FF2B5EF4-FFF2-40B4-BE49-F238E27FC236}">
                <a16:creationId xmlns:a16="http://schemas.microsoft.com/office/drawing/2014/main" id="{A2187B0C-DEC2-D8C3-9AD5-9DBA7B309DDF}"/>
              </a:ext>
            </a:extLst>
          </p:cNvPr>
          <p:cNvSpPr txBox="1"/>
          <p:nvPr/>
        </p:nvSpPr>
        <p:spPr>
          <a:xfrm>
            <a:off x="3700641" y="6085840"/>
            <a:ext cx="916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Earth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1736;p155">
            <a:extLst>
              <a:ext uri="{FF2B5EF4-FFF2-40B4-BE49-F238E27FC236}">
                <a16:creationId xmlns:a16="http://schemas.microsoft.com/office/drawing/2014/main" id="{5B2F6C06-3AD0-E912-7337-93E3835AE01B}"/>
              </a:ext>
            </a:extLst>
          </p:cNvPr>
          <p:cNvSpPr txBox="1"/>
          <p:nvPr/>
        </p:nvSpPr>
        <p:spPr>
          <a:xfrm>
            <a:off x="4735035" y="6085840"/>
            <a:ext cx="1192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Heaven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Google Shape;1738;p155">
            <a:extLst>
              <a:ext uri="{FF2B5EF4-FFF2-40B4-BE49-F238E27FC236}">
                <a16:creationId xmlns:a16="http://schemas.microsoft.com/office/drawing/2014/main" id="{4AACCC83-610A-51A8-BFA8-515055CE6EAD}"/>
              </a:ext>
            </a:extLst>
          </p:cNvPr>
          <p:cNvCxnSpPr/>
          <p:nvPr/>
        </p:nvCxnSpPr>
        <p:spPr>
          <a:xfrm>
            <a:off x="2330645" y="557784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pic>
        <p:nvPicPr>
          <p:cNvPr id="9" name="Google Shape;1740;p155" descr="directory.png">
            <a:extLst>
              <a:ext uri="{FF2B5EF4-FFF2-40B4-BE49-F238E27FC236}">
                <a16:creationId xmlns:a16="http://schemas.microsoft.com/office/drawing/2014/main" id="{FE279F98-B9C5-2BE3-6DC1-3A8F50EA77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10895" y="2174376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41;p155">
            <a:extLst>
              <a:ext uri="{FF2B5EF4-FFF2-40B4-BE49-F238E27FC236}">
                <a16:creationId xmlns:a16="http://schemas.microsoft.com/office/drawing/2014/main" id="{769794A0-9B26-CEBD-C235-D72D7EC25D7D}"/>
              </a:ext>
            </a:extLst>
          </p:cNvPr>
          <p:cNvSpPr txBox="1"/>
          <p:nvPr/>
        </p:nvSpPr>
        <p:spPr>
          <a:xfrm>
            <a:off x="11217259" y="1510268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742;p155" descr="directory.png">
            <a:extLst>
              <a:ext uri="{FF2B5EF4-FFF2-40B4-BE49-F238E27FC236}">
                <a16:creationId xmlns:a16="http://schemas.microsoft.com/office/drawing/2014/main" id="{5BA6EDC8-E8B9-B079-965B-735DFD314D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79431" y="915239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743;p155" descr="directory.png">
            <a:extLst>
              <a:ext uri="{FF2B5EF4-FFF2-40B4-BE49-F238E27FC236}">
                <a16:creationId xmlns:a16="http://schemas.microsoft.com/office/drawing/2014/main" id="{95300D3F-2D9F-454E-EAB5-0894D7F7884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6013" y="1692000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744;p155" descr="directory.png">
            <a:extLst>
              <a:ext uri="{FF2B5EF4-FFF2-40B4-BE49-F238E27FC236}">
                <a16:creationId xmlns:a16="http://schemas.microsoft.com/office/drawing/2014/main" id="{DB425ADA-3E57-24CC-8A77-BC2EB19A974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53767" y="4420018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745;p155" descr="directory.png">
            <a:extLst>
              <a:ext uri="{FF2B5EF4-FFF2-40B4-BE49-F238E27FC236}">
                <a16:creationId xmlns:a16="http://schemas.microsoft.com/office/drawing/2014/main" id="{57B0E0A9-BF6C-3C59-8D98-4B00250841C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8843" y="1737369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746;p155" descr="directory.png">
            <a:extLst>
              <a:ext uri="{FF2B5EF4-FFF2-40B4-BE49-F238E27FC236}">
                <a16:creationId xmlns:a16="http://schemas.microsoft.com/office/drawing/2014/main" id="{73DB79FC-2414-CAF5-C37F-9918F3E9C1E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9783" y="3068337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747;p155" descr="directory.png">
            <a:extLst>
              <a:ext uri="{FF2B5EF4-FFF2-40B4-BE49-F238E27FC236}">
                <a16:creationId xmlns:a16="http://schemas.microsoft.com/office/drawing/2014/main" id="{B6B6CECC-FA95-E774-0861-5BDE328262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06012" y="3068333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48;p155" descr="directory.png">
            <a:extLst>
              <a:ext uri="{FF2B5EF4-FFF2-40B4-BE49-F238E27FC236}">
                <a16:creationId xmlns:a16="http://schemas.microsoft.com/office/drawing/2014/main" id="{5AA90362-546C-606F-9252-0E282A56D00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26445" y="3068333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749;p155">
            <a:extLst>
              <a:ext uri="{FF2B5EF4-FFF2-40B4-BE49-F238E27FC236}">
                <a16:creationId xmlns:a16="http://schemas.microsoft.com/office/drawing/2014/main" id="{B4F51F13-2B08-E1E3-D3BF-848F543B4FF8}"/>
              </a:ext>
            </a:extLst>
          </p:cNvPr>
          <p:cNvSpPr txBox="1"/>
          <p:nvPr/>
        </p:nvSpPr>
        <p:spPr>
          <a:xfrm>
            <a:off x="6449813" y="1278382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 dirty="0"/>
          </a:p>
        </p:txBody>
      </p:sp>
      <p:sp>
        <p:nvSpPr>
          <p:cNvPr id="19" name="Google Shape;1750;p155">
            <a:extLst>
              <a:ext uri="{FF2B5EF4-FFF2-40B4-BE49-F238E27FC236}">
                <a16:creationId xmlns:a16="http://schemas.microsoft.com/office/drawing/2014/main" id="{8C6411FC-D2AB-7B9D-4233-F87FA57B5A27}"/>
              </a:ext>
            </a:extLst>
          </p:cNvPr>
          <p:cNvSpPr txBox="1"/>
          <p:nvPr/>
        </p:nvSpPr>
        <p:spPr>
          <a:xfrm>
            <a:off x="3468565" y="2062480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1751;p155">
            <a:extLst>
              <a:ext uri="{FF2B5EF4-FFF2-40B4-BE49-F238E27FC236}">
                <a16:creationId xmlns:a16="http://schemas.microsoft.com/office/drawing/2014/main" id="{81BF21A4-7F30-EF44-792E-2E96BFA7B9A0}"/>
              </a:ext>
            </a:extLst>
          </p:cNvPr>
          <p:cNvSpPr txBox="1"/>
          <p:nvPr/>
        </p:nvSpPr>
        <p:spPr>
          <a:xfrm>
            <a:off x="6355412" y="2489200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1752;p155">
            <a:extLst>
              <a:ext uri="{FF2B5EF4-FFF2-40B4-BE49-F238E27FC236}">
                <a16:creationId xmlns:a16="http://schemas.microsoft.com/office/drawing/2014/main" id="{CCE15580-985E-97F1-E225-7C7ED77A2DDA}"/>
              </a:ext>
            </a:extLst>
          </p:cNvPr>
          <p:cNvSpPr txBox="1"/>
          <p:nvPr/>
        </p:nvSpPr>
        <p:spPr>
          <a:xfrm>
            <a:off x="9185259" y="2062480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Google Shape;1753;p155">
            <a:extLst>
              <a:ext uri="{FF2B5EF4-FFF2-40B4-BE49-F238E27FC236}">
                <a16:creationId xmlns:a16="http://schemas.microsoft.com/office/drawing/2014/main" id="{D37E3A4F-0DC5-7496-99ED-B7F2BD297D97}"/>
              </a:ext>
            </a:extLst>
          </p:cNvPr>
          <p:cNvCxnSpPr/>
          <p:nvPr/>
        </p:nvCxnSpPr>
        <p:spPr>
          <a:xfrm flipH="1">
            <a:off x="4426631" y="1391729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3" name="Google Shape;1754;p155">
            <a:extLst>
              <a:ext uri="{FF2B5EF4-FFF2-40B4-BE49-F238E27FC236}">
                <a16:creationId xmlns:a16="http://schemas.microsoft.com/office/drawing/2014/main" id="{DD993A80-B350-8B60-1090-6D84530417AF}"/>
              </a:ext>
            </a:extLst>
          </p:cNvPr>
          <p:cNvCxnSpPr/>
          <p:nvPr/>
        </p:nvCxnSpPr>
        <p:spPr>
          <a:xfrm>
            <a:off x="7279047" y="1483360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4" name="Google Shape;1755;p155">
            <a:extLst>
              <a:ext uri="{FF2B5EF4-FFF2-40B4-BE49-F238E27FC236}">
                <a16:creationId xmlns:a16="http://schemas.microsoft.com/office/drawing/2014/main" id="{5E7A5BAD-9433-DEA2-7049-4C114CB0E4D7}"/>
              </a:ext>
            </a:extLst>
          </p:cNvPr>
          <p:cNvCxnSpPr/>
          <p:nvPr/>
        </p:nvCxnSpPr>
        <p:spPr>
          <a:xfrm>
            <a:off x="6713112" y="192130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5" name="Google Shape;1756;p155">
            <a:extLst>
              <a:ext uri="{FF2B5EF4-FFF2-40B4-BE49-F238E27FC236}">
                <a16:creationId xmlns:a16="http://schemas.microsoft.com/office/drawing/2014/main" id="{2F5D76AB-2BB5-6E65-2C7F-0D3F595D0A9A}"/>
              </a:ext>
            </a:extLst>
          </p:cNvPr>
          <p:cNvCxnSpPr/>
          <p:nvPr/>
        </p:nvCxnSpPr>
        <p:spPr>
          <a:xfrm>
            <a:off x="7279047" y="1356365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6" name="Google Shape;1757;p155">
            <a:extLst>
              <a:ext uri="{FF2B5EF4-FFF2-40B4-BE49-F238E27FC236}">
                <a16:creationId xmlns:a16="http://schemas.microsoft.com/office/drawing/2014/main" id="{60B2B95A-58F8-FF13-BB34-BB65A0A1E707}"/>
              </a:ext>
            </a:extLst>
          </p:cNvPr>
          <p:cNvSpPr txBox="1"/>
          <p:nvPr/>
        </p:nvSpPr>
        <p:spPr>
          <a:xfrm>
            <a:off x="10695709" y="1770770"/>
            <a:ext cx="709882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7" name="Google Shape;1758;p155">
            <a:extLst>
              <a:ext uri="{FF2B5EF4-FFF2-40B4-BE49-F238E27FC236}">
                <a16:creationId xmlns:a16="http://schemas.microsoft.com/office/drawing/2014/main" id="{326B7249-8864-AB2E-DD14-09096F407071}"/>
              </a:ext>
            </a:extLst>
          </p:cNvPr>
          <p:cNvCxnSpPr/>
          <p:nvPr/>
        </p:nvCxnSpPr>
        <p:spPr>
          <a:xfrm>
            <a:off x="3936235" y="2727588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8" name="Google Shape;1759;p155">
            <a:extLst>
              <a:ext uri="{FF2B5EF4-FFF2-40B4-BE49-F238E27FC236}">
                <a16:creationId xmlns:a16="http://schemas.microsoft.com/office/drawing/2014/main" id="{3DFB6468-AF0B-8A59-02CE-57EE426AF61D}"/>
              </a:ext>
            </a:extLst>
          </p:cNvPr>
          <p:cNvSpPr txBox="1"/>
          <p:nvPr/>
        </p:nvSpPr>
        <p:spPr>
          <a:xfrm>
            <a:off x="1553159" y="3403600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Google Shape;1760;p155">
            <a:extLst>
              <a:ext uri="{FF2B5EF4-FFF2-40B4-BE49-F238E27FC236}">
                <a16:creationId xmlns:a16="http://schemas.microsoft.com/office/drawing/2014/main" id="{90DBC6A6-8BF7-AFF8-97A2-605E69D1F258}"/>
              </a:ext>
            </a:extLst>
          </p:cNvPr>
          <p:cNvSpPr txBox="1"/>
          <p:nvPr/>
        </p:nvSpPr>
        <p:spPr>
          <a:xfrm>
            <a:off x="3393727" y="3403600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1761;p155">
            <a:extLst>
              <a:ext uri="{FF2B5EF4-FFF2-40B4-BE49-F238E27FC236}">
                <a16:creationId xmlns:a16="http://schemas.microsoft.com/office/drawing/2014/main" id="{2A0F14F9-CC15-205B-8E11-12297F180C20}"/>
              </a:ext>
            </a:extLst>
          </p:cNvPr>
          <p:cNvSpPr txBox="1"/>
          <p:nvPr/>
        </p:nvSpPr>
        <p:spPr>
          <a:xfrm>
            <a:off x="5100127" y="3403600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31" name="Google Shape;1762;p155">
            <a:extLst>
              <a:ext uri="{FF2B5EF4-FFF2-40B4-BE49-F238E27FC236}">
                <a16:creationId xmlns:a16="http://schemas.microsoft.com/office/drawing/2014/main" id="{9FFF8161-6647-8BE9-1D8B-797EB9067888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2262183" y="2489200"/>
            <a:ext cx="1043822" cy="57913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2" name="Google Shape;1763;p155">
            <a:extLst>
              <a:ext uri="{FF2B5EF4-FFF2-40B4-BE49-F238E27FC236}">
                <a16:creationId xmlns:a16="http://schemas.microsoft.com/office/drawing/2014/main" id="{D41D9F83-3972-9009-E92F-43E6EA6B377C}"/>
              </a:ext>
            </a:extLst>
          </p:cNvPr>
          <p:cNvCxnSpPr>
            <a:cxnSpLocks/>
          </p:cNvCxnSpPr>
          <p:nvPr/>
        </p:nvCxnSpPr>
        <p:spPr>
          <a:xfrm>
            <a:off x="4592853" y="2531248"/>
            <a:ext cx="857280" cy="56491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3" name="Google Shape;1764;p155">
            <a:extLst>
              <a:ext uri="{FF2B5EF4-FFF2-40B4-BE49-F238E27FC236}">
                <a16:creationId xmlns:a16="http://schemas.microsoft.com/office/drawing/2014/main" id="{39A7DDB9-7C25-3865-9F54-8DBC0BCBBAA6}"/>
              </a:ext>
            </a:extLst>
          </p:cNvPr>
          <p:cNvCxnSpPr/>
          <p:nvPr/>
        </p:nvCxnSpPr>
        <p:spPr>
          <a:xfrm>
            <a:off x="2295745" y="4180133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4" name="Google Shape;1765;p155" descr="directory.png">
            <a:extLst>
              <a:ext uri="{FF2B5EF4-FFF2-40B4-BE49-F238E27FC236}">
                <a16:creationId xmlns:a16="http://schemas.microsoft.com/office/drawing/2014/main" id="{C3C35250-FAFD-31DC-5AFC-767DC160092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48108" y="4585970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1766;p155">
            <a:extLst>
              <a:ext uri="{FF2B5EF4-FFF2-40B4-BE49-F238E27FC236}">
                <a16:creationId xmlns:a16="http://schemas.microsoft.com/office/drawing/2014/main" id="{BDF8CE30-9C4B-53D4-0E04-52FE28DD52C8}"/>
              </a:ext>
            </a:extLst>
          </p:cNvPr>
          <p:cNvSpPr txBox="1"/>
          <p:nvPr/>
        </p:nvSpPr>
        <p:spPr>
          <a:xfrm>
            <a:off x="1913884" y="4849892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Google Shape;1767;p155">
            <a:extLst>
              <a:ext uri="{FF2B5EF4-FFF2-40B4-BE49-F238E27FC236}">
                <a16:creationId xmlns:a16="http://schemas.microsoft.com/office/drawing/2014/main" id="{0B38293C-2D87-6B97-976B-F0C7CD17A9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792" y="32700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768;p155">
            <a:extLst>
              <a:ext uri="{FF2B5EF4-FFF2-40B4-BE49-F238E27FC236}">
                <a16:creationId xmlns:a16="http://schemas.microsoft.com/office/drawing/2014/main" id="{1D1BA111-D137-18CD-5C86-93E2F0B6BB82}"/>
              </a:ext>
            </a:extLst>
          </p:cNvPr>
          <p:cNvSpPr txBox="1"/>
          <p:nvPr/>
        </p:nvSpPr>
        <p:spPr>
          <a:xfrm>
            <a:off x="828675" y="3596639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sp>
        <p:nvSpPr>
          <p:cNvPr id="38" name="Google Shape;1769;p155">
            <a:extLst>
              <a:ext uri="{FF2B5EF4-FFF2-40B4-BE49-F238E27FC236}">
                <a16:creationId xmlns:a16="http://schemas.microsoft.com/office/drawing/2014/main" id="{AAF05877-3A91-13C6-7206-9137616C3F70}"/>
              </a:ext>
            </a:extLst>
          </p:cNvPr>
          <p:cNvSpPr txBox="1"/>
          <p:nvPr/>
        </p:nvSpPr>
        <p:spPr>
          <a:xfrm>
            <a:off x="3545170" y="4847015"/>
            <a:ext cx="1332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Working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39" name="Google Shape;1770;p155">
            <a:extLst>
              <a:ext uri="{FF2B5EF4-FFF2-40B4-BE49-F238E27FC236}">
                <a16:creationId xmlns:a16="http://schemas.microsoft.com/office/drawing/2014/main" id="{5560E55D-A09E-0466-D0B5-EDCB640BEA9F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870063" y="3916150"/>
            <a:ext cx="1285504" cy="50386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5936231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DC719A-1A13-4980-883C-719AFFDDD1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39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776;p156">
            <a:extLst>
              <a:ext uri="{FF2B5EF4-FFF2-40B4-BE49-F238E27FC236}">
                <a16:creationId xmlns:a16="http://schemas.microsoft.com/office/drawing/2014/main" id="{D89553BD-686B-C17F-784E-C3848C9E1A6D}"/>
              </a:ext>
            </a:extLst>
          </p:cNvPr>
          <p:cNvSpPr txBox="1"/>
          <p:nvPr/>
        </p:nvSpPr>
        <p:spPr>
          <a:xfrm>
            <a:off x="4125433" y="6085840"/>
            <a:ext cx="11924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Heaven</a:t>
            </a:r>
            <a:endParaRPr sz="2400"/>
          </a:p>
        </p:txBody>
      </p:sp>
      <p:sp>
        <p:nvSpPr>
          <p:cNvPr id="4" name="Google Shape;1777;p156">
            <a:extLst>
              <a:ext uri="{FF2B5EF4-FFF2-40B4-BE49-F238E27FC236}">
                <a16:creationId xmlns:a16="http://schemas.microsoft.com/office/drawing/2014/main" id="{0E3903D2-09D7-97D0-0417-3070A3558F8F}"/>
              </a:ext>
            </a:extLst>
          </p:cNvPr>
          <p:cNvSpPr txBox="1"/>
          <p:nvPr/>
        </p:nvSpPr>
        <p:spPr>
          <a:xfrm>
            <a:off x="5893417" y="3231199"/>
            <a:ext cx="536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 fontScale="92500" lnSpcReduction="20000"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5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Deleting Files</a:t>
            </a:r>
            <a:endParaRPr sz="2400"/>
          </a:p>
        </p:txBody>
      </p:sp>
      <p:sp>
        <p:nvSpPr>
          <p:cNvPr id="5" name="Google Shape;1778;p156">
            <a:extLst>
              <a:ext uri="{FF2B5EF4-FFF2-40B4-BE49-F238E27FC236}">
                <a16:creationId xmlns:a16="http://schemas.microsoft.com/office/drawing/2014/main" id="{332F81F5-CCFB-8E34-EBA1-A648D532B70C}"/>
              </a:ext>
            </a:extLst>
          </p:cNvPr>
          <p:cNvSpPr txBox="1"/>
          <p:nvPr/>
        </p:nvSpPr>
        <p:spPr>
          <a:xfrm>
            <a:off x="6010605" y="4064647"/>
            <a:ext cx="6095200" cy="19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Now let’s delete Heaven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(Check your present working directory is Data)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When prompted type y for yes and press enter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1779;p156">
            <a:extLst>
              <a:ext uri="{FF2B5EF4-FFF2-40B4-BE49-F238E27FC236}">
                <a16:creationId xmlns:a16="http://schemas.microsoft.com/office/drawing/2014/main" id="{3DC9A989-AC29-9F52-3578-3A1F7BDB9CB6}"/>
              </a:ext>
            </a:extLst>
          </p:cNvPr>
          <p:cNvSpPr/>
          <p:nvPr/>
        </p:nvSpPr>
        <p:spPr>
          <a:xfrm>
            <a:off x="4354161" y="6022233"/>
            <a:ext cx="730400" cy="619600"/>
          </a:xfrm>
          <a:prstGeom prst="mathMultiply">
            <a:avLst>
              <a:gd name="adj1" fmla="val 23520"/>
            </a:avLst>
          </a:prstGeom>
          <a:solidFill>
            <a:srgbClr val="C0504D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780;p156">
            <a:extLst>
              <a:ext uri="{FF2B5EF4-FFF2-40B4-BE49-F238E27FC236}">
                <a16:creationId xmlns:a16="http://schemas.microsoft.com/office/drawing/2014/main" id="{F79651FD-1D10-D416-25F4-1310A6656E0D}"/>
              </a:ext>
            </a:extLst>
          </p:cNvPr>
          <p:cNvSpPr/>
          <p:nvPr/>
        </p:nvSpPr>
        <p:spPr>
          <a:xfrm>
            <a:off x="6626405" y="4963984"/>
            <a:ext cx="4863600" cy="44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rm –</a:t>
            </a:r>
            <a:r>
              <a:rPr lang="en-GB" sz="240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../Working/Heaven</a:t>
            </a:r>
            <a:endParaRPr sz="2400" dirty="0"/>
          </a:p>
        </p:txBody>
      </p:sp>
      <p:cxnSp>
        <p:nvCxnSpPr>
          <p:cNvPr id="8" name="Google Shape;1782;p156">
            <a:extLst>
              <a:ext uri="{FF2B5EF4-FFF2-40B4-BE49-F238E27FC236}">
                <a16:creationId xmlns:a16="http://schemas.microsoft.com/office/drawing/2014/main" id="{D7C8777E-5CA4-9000-120C-B6220EE387C5}"/>
              </a:ext>
            </a:extLst>
          </p:cNvPr>
          <p:cNvCxnSpPr>
            <a:cxnSpLocks/>
          </p:cNvCxnSpPr>
          <p:nvPr/>
        </p:nvCxnSpPr>
        <p:spPr>
          <a:xfrm>
            <a:off x="3566122" y="5638788"/>
            <a:ext cx="0" cy="451779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9" name="Google Shape;1784;p156">
            <a:extLst>
              <a:ext uri="{FF2B5EF4-FFF2-40B4-BE49-F238E27FC236}">
                <a16:creationId xmlns:a16="http://schemas.microsoft.com/office/drawing/2014/main" id="{D5B133CF-C95B-5AD0-A454-7BB25C7C8E2A}"/>
              </a:ext>
            </a:extLst>
          </p:cNvPr>
          <p:cNvCxnSpPr>
            <a:cxnSpLocks/>
          </p:cNvCxnSpPr>
          <p:nvPr/>
        </p:nvCxnSpPr>
        <p:spPr>
          <a:xfrm>
            <a:off x="4069138" y="5620404"/>
            <a:ext cx="577781" cy="47016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10" name="Google Shape;1785;p156">
            <a:extLst>
              <a:ext uri="{FF2B5EF4-FFF2-40B4-BE49-F238E27FC236}">
                <a16:creationId xmlns:a16="http://schemas.microsoft.com/office/drawing/2014/main" id="{BB61E6F4-C527-7F69-8B89-25534271B8AC}"/>
              </a:ext>
            </a:extLst>
          </p:cNvPr>
          <p:cNvSpPr txBox="1"/>
          <p:nvPr/>
        </p:nvSpPr>
        <p:spPr>
          <a:xfrm>
            <a:off x="1212837" y="6085840"/>
            <a:ext cx="989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riches</a:t>
            </a:r>
            <a:endParaRPr sz="2400"/>
          </a:p>
        </p:txBody>
      </p:sp>
      <p:sp>
        <p:nvSpPr>
          <p:cNvPr id="11" name="Google Shape;1783;p156">
            <a:extLst>
              <a:ext uri="{FF2B5EF4-FFF2-40B4-BE49-F238E27FC236}">
                <a16:creationId xmlns:a16="http://schemas.microsoft.com/office/drawing/2014/main" id="{6F4F149B-6B36-8A59-BDFD-A8A83330685F}"/>
              </a:ext>
            </a:extLst>
          </p:cNvPr>
          <p:cNvSpPr txBox="1"/>
          <p:nvPr/>
        </p:nvSpPr>
        <p:spPr>
          <a:xfrm>
            <a:off x="3095069" y="6004637"/>
            <a:ext cx="91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Earth</a:t>
            </a:r>
            <a:endParaRPr sz="2400" dirty="0"/>
          </a:p>
        </p:txBody>
      </p:sp>
      <p:cxnSp>
        <p:nvCxnSpPr>
          <p:cNvPr id="12" name="Google Shape;1786;p156">
            <a:extLst>
              <a:ext uri="{FF2B5EF4-FFF2-40B4-BE49-F238E27FC236}">
                <a16:creationId xmlns:a16="http://schemas.microsoft.com/office/drawing/2014/main" id="{A38F0B44-EE30-7DE1-9FBF-2DFD6A574ECA}"/>
              </a:ext>
            </a:extLst>
          </p:cNvPr>
          <p:cNvCxnSpPr>
            <a:cxnSpLocks/>
          </p:cNvCxnSpPr>
          <p:nvPr/>
        </p:nvCxnSpPr>
        <p:spPr>
          <a:xfrm>
            <a:off x="1686143" y="557784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3" name="Google Shape;1787;p156" descr="directory.png">
            <a:extLst>
              <a:ext uri="{FF2B5EF4-FFF2-40B4-BE49-F238E27FC236}">
                <a16:creationId xmlns:a16="http://schemas.microsoft.com/office/drawing/2014/main" id="{835B3A2D-1461-8BF3-F73C-968EE1DE598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01293" y="1990076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788;p156">
            <a:extLst>
              <a:ext uri="{FF2B5EF4-FFF2-40B4-BE49-F238E27FC236}">
                <a16:creationId xmlns:a16="http://schemas.microsoft.com/office/drawing/2014/main" id="{FEA6AF96-1E4C-1CED-3B64-E2E12E2FA1C6}"/>
              </a:ext>
            </a:extLst>
          </p:cNvPr>
          <p:cNvSpPr txBox="1"/>
          <p:nvPr/>
        </p:nvSpPr>
        <p:spPr>
          <a:xfrm>
            <a:off x="10607657" y="1510268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789;p156" descr="directory.png">
            <a:extLst>
              <a:ext uri="{FF2B5EF4-FFF2-40B4-BE49-F238E27FC236}">
                <a16:creationId xmlns:a16="http://schemas.microsoft.com/office/drawing/2014/main" id="{44246969-1103-E1B0-32AF-1BE52BFA32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41510" y="874501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790;p156" descr="directory.png">
            <a:extLst>
              <a:ext uri="{FF2B5EF4-FFF2-40B4-BE49-F238E27FC236}">
                <a16:creationId xmlns:a16="http://schemas.microsoft.com/office/drawing/2014/main" id="{BE619897-AAC4-1546-3356-6796E9FCF49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6411" y="1692000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91;p156" descr="directory.png">
            <a:extLst>
              <a:ext uri="{FF2B5EF4-FFF2-40B4-BE49-F238E27FC236}">
                <a16:creationId xmlns:a16="http://schemas.microsoft.com/office/drawing/2014/main" id="{5769ABC3-A21E-AEF9-7F71-D739177664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25810" y="4531367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792;p156" descr="directory.png">
            <a:extLst>
              <a:ext uri="{FF2B5EF4-FFF2-40B4-BE49-F238E27FC236}">
                <a16:creationId xmlns:a16="http://schemas.microsoft.com/office/drawing/2014/main" id="{33CE4236-8169-B0E3-3DDF-C9B978BF11A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86111" y="2056024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793;p156" descr="directory.png">
            <a:extLst>
              <a:ext uri="{FF2B5EF4-FFF2-40B4-BE49-F238E27FC236}">
                <a16:creationId xmlns:a16="http://schemas.microsoft.com/office/drawing/2014/main" id="{CB1911C4-35E8-DA5B-A8D5-B83FB1DD58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181" y="3068337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794;p156" descr="directory.png">
            <a:extLst>
              <a:ext uri="{FF2B5EF4-FFF2-40B4-BE49-F238E27FC236}">
                <a16:creationId xmlns:a16="http://schemas.microsoft.com/office/drawing/2014/main" id="{E40949C0-A863-BC92-A6C7-42231AD860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6410" y="3068333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795;p156" descr="directory.png">
            <a:extLst>
              <a:ext uri="{FF2B5EF4-FFF2-40B4-BE49-F238E27FC236}">
                <a16:creationId xmlns:a16="http://schemas.microsoft.com/office/drawing/2014/main" id="{CB11A736-6339-EDD2-795A-AF38EB640FA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16843" y="3068333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796;p156">
            <a:extLst>
              <a:ext uri="{FF2B5EF4-FFF2-40B4-BE49-F238E27FC236}">
                <a16:creationId xmlns:a16="http://schemas.microsoft.com/office/drawing/2014/main" id="{95799A86-4F22-CB07-EF67-100AB8AF3CE3}"/>
              </a:ext>
            </a:extLst>
          </p:cNvPr>
          <p:cNvSpPr txBox="1"/>
          <p:nvPr/>
        </p:nvSpPr>
        <p:spPr>
          <a:xfrm>
            <a:off x="5785427" y="1177496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23" name="Google Shape;1797;p156">
            <a:extLst>
              <a:ext uri="{FF2B5EF4-FFF2-40B4-BE49-F238E27FC236}">
                <a16:creationId xmlns:a16="http://schemas.microsoft.com/office/drawing/2014/main" id="{258448BF-3068-680E-B301-8A137E86457A}"/>
              </a:ext>
            </a:extLst>
          </p:cNvPr>
          <p:cNvSpPr txBox="1"/>
          <p:nvPr/>
        </p:nvSpPr>
        <p:spPr>
          <a:xfrm>
            <a:off x="2858963" y="2062480"/>
            <a:ext cx="970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sz="2400"/>
          </a:p>
        </p:txBody>
      </p:sp>
      <p:sp>
        <p:nvSpPr>
          <p:cNvPr id="24" name="Google Shape;1798;p156">
            <a:extLst>
              <a:ext uri="{FF2B5EF4-FFF2-40B4-BE49-F238E27FC236}">
                <a16:creationId xmlns:a16="http://schemas.microsoft.com/office/drawing/2014/main" id="{E715DF1B-3270-1FB7-DD1F-BA71309D311A}"/>
              </a:ext>
            </a:extLst>
          </p:cNvPr>
          <p:cNvSpPr txBox="1"/>
          <p:nvPr/>
        </p:nvSpPr>
        <p:spPr>
          <a:xfrm>
            <a:off x="5812137" y="2381140"/>
            <a:ext cx="6404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bin</a:t>
            </a:r>
            <a:endParaRPr sz="2400"/>
          </a:p>
        </p:txBody>
      </p:sp>
      <p:sp>
        <p:nvSpPr>
          <p:cNvPr id="25" name="Google Shape;1799;p156">
            <a:extLst>
              <a:ext uri="{FF2B5EF4-FFF2-40B4-BE49-F238E27FC236}">
                <a16:creationId xmlns:a16="http://schemas.microsoft.com/office/drawing/2014/main" id="{F2072467-DF64-F197-A223-F09A46590EB0}"/>
              </a:ext>
            </a:extLst>
          </p:cNvPr>
          <p:cNvSpPr txBox="1"/>
          <p:nvPr/>
        </p:nvSpPr>
        <p:spPr>
          <a:xfrm>
            <a:off x="8492527" y="2381135"/>
            <a:ext cx="549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lib</a:t>
            </a:r>
            <a:endParaRPr sz="2400"/>
          </a:p>
        </p:txBody>
      </p:sp>
      <p:cxnSp>
        <p:nvCxnSpPr>
          <p:cNvPr id="26" name="Google Shape;1800;p156">
            <a:extLst>
              <a:ext uri="{FF2B5EF4-FFF2-40B4-BE49-F238E27FC236}">
                <a16:creationId xmlns:a16="http://schemas.microsoft.com/office/drawing/2014/main" id="{071216BB-8578-2CE7-F066-5F165FCD59D9}"/>
              </a:ext>
            </a:extLst>
          </p:cNvPr>
          <p:cNvCxnSpPr>
            <a:cxnSpLocks/>
          </p:cNvCxnSpPr>
          <p:nvPr/>
        </p:nvCxnSpPr>
        <p:spPr>
          <a:xfrm flipH="1">
            <a:off x="3470810" y="1359233"/>
            <a:ext cx="1264728" cy="324101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7" name="Google Shape;1801;p156">
            <a:extLst>
              <a:ext uri="{FF2B5EF4-FFF2-40B4-BE49-F238E27FC236}">
                <a16:creationId xmlns:a16="http://schemas.microsoft.com/office/drawing/2014/main" id="{80BE46FB-EC49-4EB1-694C-A14A81A86673}"/>
              </a:ext>
            </a:extLst>
          </p:cNvPr>
          <p:cNvCxnSpPr>
            <a:cxnSpLocks/>
          </p:cNvCxnSpPr>
          <p:nvPr/>
        </p:nvCxnSpPr>
        <p:spPr>
          <a:xfrm>
            <a:off x="6568911" y="1562802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8" name="Google Shape;1802;p156">
            <a:extLst>
              <a:ext uri="{FF2B5EF4-FFF2-40B4-BE49-F238E27FC236}">
                <a16:creationId xmlns:a16="http://schemas.microsoft.com/office/drawing/2014/main" id="{2CD95178-8172-0F6C-890B-0A34D57CCC66}"/>
              </a:ext>
            </a:extLst>
          </p:cNvPr>
          <p:cNvCxnSpPr>
            <a:cxnSpLocks/>
          </p:cNvCxnSpPr>
          <p:nvPr/>
        </p:nvCxnSpPr>
        <p:spPr>
          <a:xfrm>
            <a:off x="6096000" y="1823166"/>
            <a:ext cx="0" cy="37048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9" name="Google Shape;1803;p156">
            <a:extLst>
              <a:ext uri="{FF2B5EF4-FFF2-40B4-BE49-F238E27FC236}">
                <a16:creationId xmlns:a16="http://schemas.microsoft.com/office/drawing/2014/main" id="{7750E88C-F255-34FE-1053-AB5CFBD38DE8}"/>
              </a:ext>
            </a:extLst>
          </p:cNvPr>
          <p:cNvCxnSpPr>
            <a:cxnSpLocks/>
          </p:cNvCxnSpPr>
          <p:nvPr/>
        </p:nvCxnSpPr>
        <p:spPr>
          <a:xfrm>
            <a:off x="6850491" y="1285548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0" name="Google Shape;1804;p156">
            <a:extLst>
              <a:ext uri="{FF2B5EF4-FFF2-40B4-BE49-F238E27FC236}">
                <a16:creationId xmlns:a16="http://schemas.microsoft.com/office/drawing/2014/main" id="{64B80E47-DB29-2C3A-2817-6FB64AC64F47}"/>
              </a:ext>
            </a:extLst>
          </p:cNvPr>
          <p:cNvSpPr txBox="1"/>
          <p:nvPr/>
        </p:nvSpPr>
        <p:spPr>
          <a:xfrm>
            <a:off x="10607657" y="1510268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31" name="Google Shape;1805;p156">
            <a:extLst>
              <a:ext uri="{FF2B5EF4-FFF2-40B4-BE49-F238E27FC236}">
                <a16:creationId xmlns:a16="http://schemas.microsoft.com/office/drawing/2014/main" id="{8EBFD8DE-431B-9FCE-691A-28BBB3F09D36}"/>
              </a:ext>
            </a:extLst>
          </p:cNvPr>
          <p:cNvCxnSpPr>
            <a:cxnSpLocks/>
          </p:cNvCxnSpPr>
          <p:nvPr/>
        </p:nvCxnSpPr>
        <p:spPr>
          <a:xfrm>
            <a:off x="3344363" y="270263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2" name="Google Shape;1806;p156">
            <a:extLst>
              <a:ext uri="{FF2B5EF4-FFF2-40B4-BE49-F238E27FC236}">
                <a16:creationId xmlns:a16="http://schemas.microsoft.com/office/drawing/2014/main" id="{E8CF649B-71DD-E802-6062-04735F16D94D}"/>
              </a:ext>
            </a:extLst>
          </p:cNvPr>
          <p:cNvSpPr txBox="1"/>
          <p:nvPr/>
        </p:nvSpPr>
        <p:spPr>
          <a:xfrm>
            <a:off x="943557" y="3403600"/>
            <a:ext cx="1435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genomics</a:t>
            </a:r>
            <a:endParaRPr sz="2400"/>
          </a:p>
        </p:txBody>
      </p:sp>
      <p:sp>
        <p:nvSpPr>
          <p:cNvPr id="33" name="Google Shape;1807;p156">
            <a:extLst>
              <a:ext uri="{FF2B5EF4-FFF2-40B4-BE49-F238E27FC236}">
                <a16:creationId xmlns:a16="http://schemas.microsoft.com/office/drawing/2014/main" id="{DBFF357B-7869-FE3B-986C-1E3AFD06C7D6}"/>
              </a:ext>
            </a:extLst>
          </p:cNvPr>
          <p:cNvSpPr txBox="1"/>
          <p:nvPr/>
        </p:nvSpPr>
        <p:spPr>
          <a:xfrm>
            <a:off x="2784125" y="3403600"/>
            <a:ext cx="1123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endParaRPr sz="2400"/>
          </a:p>
        </p:txBody>
      </p:sp>
      <p:sp>
        <p:nvSpPr>
          <p:cNvPr id="34" name="Google Shape;1808;p156">
            <a:extLst>
              <a:ext uri="{FF2B5EF4-FFF2-40B4-BE49-F238E27FC236}">
                <a16:creationId xmlns:a16="http://schemas.microsoft.com/office/drawing/2014/main" id="{816D8439-D374-1F0E-01A4-4B0A4E2F54F7}"/>
              </a:ext>
            </a:extLst>
          </p:cNvPr>
          <p:cNvSpPr txBox="1"/>
          <p:nvPr/>
        </p:nvSpPr>
        <p:spPr>
          <a:xfrm>
            <a:off x="4490525" y="3403600"/>
            <a:ext cx="1158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ubuntu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1809;p156">
            <a:extLst>
              <a:ext uri="{FF2B5EF4-FFF2-40B4-BE49-F238E27FC236}">
                <a16:creationId xmlns:a16="http://schemas.microsoft.com/office/drawing/2014/main" id="{3A58134C-5DF6-FBAF-EB18-193A116FC4D7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1652581" y="2489200"/>
            <a:ext cx="1043822" cy="57913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6" name="Google Shape;1810;p156">
            <a:extLst>
              <a:ext uri="{FF2B5EF4-FFF2-40B4-BE49-F238E27FC236}">
                <a16:creationId xmlns:a16="http://schemas.microsoft.com/office/drawing/2014/main" id="{48128E99-5F1B-E54A-DFDF-01D211DBBCC4}"/>
              </a:ext>
            </a:extLst>
          </p:cNvPr>
          <p:cNvCxnSpPr>
            <a:cxnSpLocks/>
          </p:cNvCxnSpPr>
          <p:nvPr/>
        </p:nvCxnSpPr>
        <p:spPr>
          <a:xfrm>
            <a:off x="3969790" y="2489200"/>
            <a:ext cx="1173984" cy="62859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7" name="Google Shape;1811;p156">
            <a:extLst>
              <a:ext uri="{FF2B5EF4-FFF2-40B4-BE49-F238E27FC236}">
                <a16:creationId xmlns:a16="http://schemas.microsoft.com/office/drawing/2014/main" id="{40EBEEAC-3C04-78CB-327D-04AD93079892}"/>
              </a:ext>
            </a:extLst>
          </p:cNvPr>
          <p:cNvCxnSpPr>
            <a:cxnSpLocks/>
          </p:cNvCxnSpPr>
          <p:nvPr/>
        </p:nvCxnSpPr>
        <p:spPr>
          <a:xfrm>
            <a:off x="1721082" y="4116729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8" name="Google Shape;1812;p156" descr="directory.png">
            <a:extLst>
              <a:ext uri="{FF2B5EF4-FFF2-40B4-BE49-F238E27FC236}">
                <a16:creationId xmlns:a16="http://schemas.microsoft.com/office/drawing/2014/main" id="{DDD8CB68-42A5-5110-578C-CEC16689077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343" y="4531367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813;p156">
            <a:extLst>
              <a:ext uri="{FF2B5EF4-FFF2-40B4-BE49-F238E27FC236}">
                <a16:creationId xmlns:a16="http://schemas.microsoft.com/office/drawing/2014/main" id="{08AB0B69-0FA2-6AA3-BB05-54F4C3B5E9AB}"/>
              </a:ext>
            </a:extLst>
          </p:cNvPr>
          <p:cNvSpPr txBox="1"/>
          <p:nvPr/>
        </p:nvSpPr>
        <p:spPr>
          <a:xfrm>
            <a:off x="1304282" y="4849892"/>
            <a:ext cx="833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2400"/>
          </a:p>
        </p:txBody>
      </p:sp>
      <p:pic>
        <p:nvPicPr>
          <p:cNvPr id="40" name="Google Shape;1814;p156">
            <a:extLst>
              <a:ext uri="{FF2B5EF4-FFF2-40B4-BE49-F238E27FC236}">
                <a16:creationId xmlns:a16="http://schemas.microsoft.com/office/drawing/2014/main" id="{2AA8E5D7-C61F-3665-523F-153381DA66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190" y="32700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1815;p156">
            <a:extLst>
              <a:ext uri="{FF2B5EF4-FFF2-40B4-BE49-F238E27FC236}">
                <a16:creationId xmlns:a16="http://schemas.microsoft.com/office/drawing/2014/main" id="{D52309BA-47B3-94BD-8BC9-C1A0E68CA52C}"/>
              </a:ext>
            </a:extLst>
          </p:cNvPr>
          <p:cNvSpPr txBox="1"/>
          <p:nvPr/>
        </p:nvSpPr>
        <p:spPr>
          <a:xfrm>
            <a:off x="219073" y="3596639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sp>
        <p:nvSpPr>
          <p:cNvPr id="42" name="Google Shape;1816;p156">
            <a:extLst>
              <a:ext uri="{FF2B5EF4-FFF2-40B4-BE49-F238E27FC236}">
                <a16:creationId xmlns:a16="http://schemas.microsoft.com/office/drawing/2014/main" id="{9A6C31B8-DB4E-44DB-8985-3098B38B1255}"/>
              </a:ext>
            </a:extLst>
          </p:cNvPr>
          <p:cNvSpPr txBox="1"/>
          <p:nvPr/>
        </p:nvSpPr>
        <p:spPr>
          <a:xfrm>
            <a:off x="3025810" y="4886967"/>
            <a:ext cx="1332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Working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1817;p156">
            <a:extLst>
              <a:ext uri="{FF2B5EF4-FFF2-40B4-BE49-F238E27FC236}">
                <a16:creationId xmlns:a16="http://schemas.microsoft.com/office/drawing/2014/main" id="{A4103427-3477-1164-E865-BC2544442EEC}"/>
              </a:ext>
            </a:extLst>
          </p:cNvPr>
          <p:cNvCxnSpPr>
            <a:cxnSpLocks/>
          </p:cNvCxnSpPr>
          <p:nvPr/>
        </p:nvCxnSpPr>
        <p:spPr>
          <a:xfrm>
            <a:off x="2267210" y="4119534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50586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B50879-D8FF-0950-B740-AA3E1D8651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40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822;p157">
            <a:extLst>
              <a:ext uri="{FF2B5EF4-FFF2-40B4-BE49-F238E27FC236}">
                <a16:creationId xmlns:a16="http://schemas.microsoft.com/office/drawing/2014/main" id="{DEEE4D36-92A4-CF7B-EE86-83D0843BF15A}"/>
              </a:ext>
            </a:extLst>
          </p:cNvPr>
          <p:cNvSpPr txBox="1"/>
          <p:nvPr/>
        </p:nvSpPr>
        <p:spPr>
          <a:xfrm>
            <a:off x="6015344" y="3783257"/>
            <a:ext cx="536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Deleting Files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823;p157">
            <a:extLst>
              <a:ext uri="{FF2B5EF4-FFF2-40B4-BE49-F238E27FC236}">
                <a16:creationId xmlns:a16="http://schemas.microsoft.com/office/drawing/2014/main" id="{72E5A510-54E0-6BAA-1FC2-468B6FA2CF3F}"/>
              </a:ext>
            </a:extLst>
          </p:cNvPr>
          <p:cNvSpPr txBox="1"/>
          <p:nvPr/>
        </p:nvSpPr>
        <p:spPr>
          <a:xfrm>
            <a:off x="6048829" y="4404146"/>
            <a:ext cx="5364400" cy="2339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Now let’s delete the entire Working directory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Including Earth</a:t>
            </a:r>
            <a:endParaRPr sz="2400" dirty="0"/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824;p157">
            <a:extLst>
              <a:ext uri="{FF2B5EF4-FFF2-40B4-BE49-F238E27FC236}">
                <a16:creationId xmlns:a16="http://schemas.microsoft.com/office/drawing/2014/main" id="{259B4960-AFD2-F3CA-2E08-0F8D935000DD}"/>
              </a:ext>
            </a:extLst>
          </p:cNvPr>
          <p:cNvSpPr/>
          <p:nvPr/>
        </p:nvSpPr>
        <p:spPr>
          <a:xfrm>
            <a:off x="6298367" y="5220829"/>
            <a:ext cx="4309600" cy="49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rm -r –i ../Working/</a:t>
            </a:r>
            <a:endParaRPr sz="2400"/>
          </a:p>
        </p:txBody>
      </p:sp>
      <p:cxnSp>
        <p:nvCxnSpPr>
          <p:cNvPr id="6" name="Google Shape;1826;p157">
            <a:extLst>
              <a:ext uri="{FF2B5EF4-FFF2-40B4-BE49-F238E27FC236}">
                <a16:creationId xmlns:a16="http://schemas.microsoft.com/office/drawing/2014/main" id="{CF2F4AB7-F8AB-BED8-DDD0-2DD4FFEBA81F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521329" y="5816949"/>
            <a:ext cx="0" cy="371782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7" name="Google Shape;1828;p157">
            <a:extLst>
              <a:ext uri="{FF2B5EF4-FFF2-40B4-BE49-F238E27FC236}">
                <a16:creationId xmlns:a16="http://schemas.microsoft.com/office/drawing/2014/main" id="{79F1E5EF-30FC-2B34-6BE8-33FA026D0110}"/>
              </a:ext>
            </a:extLst>
          </p:cNvPr>
          <p:cNvSpPr txBox="1"/>
          <p:nvPr/>
        </p:nvSpPr>
        <p:spPr>
          <a:xfrm>
            <a:off x="1185127" y="6127856"/>
            <a:ext cx="989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riches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1827;p157">
            <a:extLst>
              <a:ext uri="{FF2B5EF4-FFF2-40B4-BE49-F238E27FC236}">
                <a16:creationId xmlns:a16="http://schemas.microsoft.com/office/drawing/2014/main" id="{D21C8E67-E1A6-9C1B-2DB3-DB4FBA9A7DA3}"/>
              </a:ext>
            </a:extLst>
          </p:cNvPr>
          <p:cNvSpPr txBox="1"/>
          <p:nvPr/>
        </p:nvSpPr>
        <p:spPr>
          <a:xfrm>
            <a:off x="3063329" y="6188731"/>
            <a:ext cx="916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Earth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Google Shape;1829;p157">
            <a:extLst>
              <a:ext uri="{FF2B5EF4-FFF2-40B4-BE49-F238E27FC236}">
                <a16:creationId xmlns:a16="http://schemas.microsoft.com/office/drawing/2014/main" id="{EC9AB3EF-B44E-001D-63DE-5D9D8543A036}"/>
              </a:ext>
            </a:extLst>
          </p:cNvPr>
          <p:cNvCxnSpPr/>
          <p:nvPr/>
        </p:nvCxnSpPr>
        <p:spPr>
          <a:xfrm>
            <a:off x="1693333" y="572193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0" name="Google Shape;1830;p157" descr="directory.png">
            <a:extLst>
              <a:ext uri="{FF2B5EF4-FFF2-40B4-BE49-F238E27FC236}">
                <a16:creationId xmlns:a16="http://schemas.microsoft.com/office/drawing/2014/main" id="{213F9D08-FDE6-3A3C-82A0-222D6E2FDFD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73583" y="2294878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831;p157">
            <a:extLst>
              <a:ext uri="{FF2B5EF4-FFF2-40B4-BE49-F238E27FC236}">
                <a16:creationId xmlns:a16="http://schemas.microsoft.com/office/drawing/2014/main" id="{73194C84-A15D-BD9C-B56D-B2CE489C3C0C}"/>
              </a:ext>
            </a:extLst>
          </p:cNvPr>
          <p:cNvSpPr txBox="1"/>
          <p:nvPr/>
        </p:nvSpPr>
        <p:spPr>
          <a:xfrm>
            <a:off x="10579947" y="2133730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832;p157" descr="directory.png">
            <a:extLst>
              <a:ext uri="{FF2B5EF4-FFF2-40B4-BE49-F238E27FC236}">
                <a16:creationId xmlns:a16="http://schemas.microsoft.com/office/drawing/2014/main" id="{BC11A43C-5E65-FA4B-4EF6-837AE18DEA8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64481" y="984621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833;p157" descr="directory.png">
            <a:extLst>
              <a:ext uri="{FF2B5EF4-FFF2-40B4-BE49-F238E27FC236}">
                <a16:creationId xmlns:a16="http://schemas.microsoft.com/office/drawing/2014/main" id="{80607194-888E-B033-CDF5-6FEAB92EC4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1927530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834;p157" descr="directory.png">
            <a:extLst>
              <a:ext uri="{FF2B5EF4-FFF2-40B4-BE49-F238E27FC236}">
                <a16:creationId xmlns:a16="http://schemas.microsoft.com/office/drawing/2014/main" id="{16207039-CCCE-C0E7-A4AA-7AF535F2E3F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8100" y="4766897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835;p157" descr="directory.png">
            <a:extLst>
              <a:ext uri="{FF2B5EF4-FFF2-40B4-BE49-F238E27FC236}">
                <a16:creationId xmlns:a16="http://schemas.microsoft.com/office/drawing/2014/main" id="{02FAF774-BFEF-B822-472F-5F5A2781A2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360831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836;p157" descr="directory.png">
            <a:extLst>
              <a:ext uri="{FF2B5EF4-FFF2-40B4-BE49-F238E27FC236}">
                <a16:creationId xmlns:a16="http://schemas.microsoft.com/office/drawing/2014/main" id="{4936E2DD-B215-E241-6052-D51D597E7E0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303867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837;p157" descr="directory.png">
            <a:extLst>
              <a:ext uri="{FF2B5EF4-FFF2-40B4-BE49-F238E27FC236}">
                <a16:creationId xmlns:a16="http://schemas.microsoft.com/office/drawing/2014/main" id="{3174289B-DA98-51AE-F269-E9E14762E1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303863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38;p157" descr="directory.png">
            <a:extLst>
              <a:ext uri="{FF2B5EF4-FFF2-40B4-BE49-F238E27FC236}">
                <a16:creationId xmlns:a16="http://schemas.microsoft.com/office/drawing/2014/main" id="{AE17C360-753F-28F5-494E-068BC0CD58E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303863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839;p157">
            <a:extLst>
              <a:ext uri="{FF2B5EF4-FFF2-40B4-BE49-F238E27FC236}">
                <a16:creationId xmlns:a16="http://schemas.microsoft.com/office/drawing/2014/main" id="{A4F86A04-EBD3-739F-6CA0-D487290EC61E}"/>
              </a:ext>
            </a:extLst>
          </p:cNvPr>
          <p:cNvSpPr txBox="1"/>
          <p:nvPr/>
        </p:nvSpPr>
        <p:spPr>
          <a:xfrm>
            <a:off x="5832344" y="1271618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 dirty="0"/>
          </a:p>
        </p:txBody>
      </p:sp>
      <p:sp>
        <p:nvSpPr>
          <p:cNvPr id="20" name="Google Shape;1840;p157">
            <a:extLst>
              <a:ext uri="{FF2B5EF4-FFF2-40B4-BE49-F238E27FC236}">
                <a16:creationId xmlns:a16="http://schemas.microsoft.com/office/drawing/2014/main" id="{4E853519-5C43-E7E6-2DA4-86D81BB39C21}"/>
              </a:ext>
            </a:extLst>
          </p:cNvPr>
          <p:cNvSpPr txBox="1"/>
          <p:nvPr/>
        </p:nvSpPr>
        <p:spPr>
          <a:xfrm>
            <a:off x="2831253" y="2298010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1841;p157">
            <a:extLst>
              <a:ext uri="{FF2B5EF4-FFF2-40B4-BE49-F238E27FC236}">
                <a16:creationId xmlns:a16="http://schemas.microsoft.com/office/drawing/2014/main" id="{1C41A0B3-B991-FE36-DB75-0C5306230452}"/>
              </a:ext>
            </a:extLst>
          </p:cNvPr>
          <p:cNvSpPr txBox="1"/>
          <p:nvPr/>
        </p:nvSpPr>
        <p:spPr>
          <a:xfrm>
            <a:off x="5784427" y="2685942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842;p157">
            <a:extLst>
              <a:ext uri="{FF2B5EF4-FFF2-40B4-BE49-F238E27FC236}">
                <a16:creationId xmlns:a16="http://schemas.microsoft.com/office/drawing/2014/main" id="{265FC51E-71AB-FC2A-E740-3F452735F48E}"/>
              </a:ext>
            </a:extLst>
          </p:cNvPr>
          <p:cNvSpPr txBox="1"/>
          <p:nvPr/>
        </p:nvSpPr>
        <p:spPr>
          <a:xfrm>
            <a:off x="8547947" y="2685942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Google Shape;1843;p157">
            <a:extLst>
              <a:ext uri="{FF2B5EF4-FFF2-40B4-BE49-F238E27FC236}">
                <a16:creationId xmlns:a16="http://schemas.microsoft.com/office/drawing/2014/main" id="{05568F10-035F-0227-8CCD-6F29FE15FEB5}"/>
              </a:ext>
            </a:extLst>
          </p:cNvPr>
          <p:cNvCxnSpPr/>
          <p:nvPr/>
        </p:nvCxnSpPr>
        <p:spPr>
          <a:xfrm flipH="1">
            <a:off x="3739155" y="1506261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4" name="Google Shape;1844;p157">
            <a:extLst>
              <a:ext uri="{FF2B5EF4-FFF2-40B4-BE49-F238E27FC236}">
                <a16:creationId xmlns:a16="http://schemas.microsoft.com/office/drawing/2014/main" id="{1B681BF1-C46E-450F-47A5-C51C4C047B10}"/>
              </a:ext>
            </a:extLst>
          </p:cNvPr>
          <p:cNvCxnSpPr/>
          <p:nvPr/>
        </p:nvCxnSpPr>
        <p:spPr>
          <a:xfrm>
            <a:off x="6594938" y="1810460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5" name="Google Shape;1845;p157">
            <a:extLst>
              <a:ext uri="{FF2B5EF4-FFF2-40B4-BE49-F238E27FC236}">
                <a16:creationId xmlns:a16="http://schemas.microsoft.com/office/drawing/2014/main" id="{63E46DA2-1312-7E97-05F1-AACBFCDAC660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936827" y="2142621"/>
            <a:ext cx="6654" cy="218201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6" name="Google Shape;1846;p157">
            <a:extLst>
              <a:ext uri="{FF2B5EF4-FFF2-40B4-BE49-F238E27FC236}">
                <a16:creationId xmlns:a16="http://schemas.microsoft.com/office/drawing/2014/main" id="{9F5306F3-6CAC-B38C-C7FC-56D47CA69D7B}"/>
              </a:ext>
            </a:extLst>
          </p:cNvPr>
          <p:cNvCxnSpPr/>
          <p:nvPr/>
        </p:nvCxnSpPr>
        <p:spPr>
          <a:xfrm>
            <a:off x="6630607" y="1598813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7" name="Google Shape;1847;p157">
            <a:extLst>
              <a:ext uri="{FF2B5EF4-FFF2-40B4-BE49-F238E27FC236}">
                <a16:creationId xmlns:a16="http://schemas.microsoft.com/office/drawing/2014/main" id="{D186EC5F-533F-5AE7-69FF-A0E96E60986D}"/>
              </a:ext>
            </a:extLst>
          </p:cNvPr>
          <p:cNvSpPr txBox="1"/>
          <p:nvPr/>
        </p:nvSpPr>
        <p:spPr>
          <a:xfrm>
            <a:off x="10579947" y="2133730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8" name="Google Shape;1848;p157">
            <a:extLst>
              <a:ext uri="{FF2B5EF4-FFF2-40B4-BE49-F238E27FC236}">
                <a16:creationId xmlns:a16="http://schemas.microsoft.com/office/drawing/2014/main" id="{586CB674-9038-EC3C-C96D-1785508BC458}"/>
              </a:ext>
            </a:extLst>
          </p:cNvPr>
          <p:cNvCxnSpPr>
            <a:cxnSpLocks/>
          </p:cNvCxnSpPr>
          <p:nvPr/>
        </p:nvCxnSpPr>
        <p:spPr>
          <a:xfrm>
            <a:off x="3318933" y="2962610"/>
            <a:ext cx="0" cy="46639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9" name="Google Shape;1849;p157">
            <a:extLst>
              <a:ext uri="{FF2B5EF4-FFF2-40B4-BE49-F238E27FC236}">
                <a16:creationId xmlns:a16="http://schemas.microsoft.com/office/drawing/2014/main" id="{D887D387-D3BD-9F92-61F8-1699A511F834}"/>
              </a:ext>
            </a:extLst>
          </p:cNvPr>
          <p:cNvSpPr txBox="1"/>
          <p:nvPr/>
        </p:nvSpPr>
        <p:spPr>
          <a:xfrm>
            <a:off x="915847" y="3639130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1850;p157">
            <a:extLst>
              <a:ext uri="{FF2B5EF4-FFF2-40B4-BE49-F238E27FC236}">
                <a16:creationId xmlns:a16="http://schemas.microsoft.com/office/drawing/2014/main" id="{AABD88B5-AD78-51CF-AE43-834C842BD663}"/>
              </a:ext>
            </a:extLst>
          </p:cNvPr>
          <p:cNvSpPr txBox="1"/>
          <p:nvPr/>
        </p:nvSpPr>
        <p:spPr>
          <a:xfrm>
            <a:off x="2756415" y="3639130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1851;p157">
            <a:extLst>
              <a:ext uri="{FF2B5EF4-FFF2-40B4-BE49-F238E27FC236}">
                <a16:creationId xmlns:a16="http://schemas.microsoft.com/office/drawing/2014/main" id="{3380A723-2E79-E48E-6C38-1EAD17229AFC}"/>
              </a:ext>
            </a:extLst>
          </p:cNvPr>
          <p:cNvSpPr txBox="1"/>
          <p:nvPr/>
        </p:nvSpPr>
        <p:spPr>
          <a:xfrm>
            <a:off x="4462815" y="3639130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32" name="Google Shape;1852;p157">
            <a:extLst>
              <a:ext uri="{FF2B5EF4-FFF2-40B4-BE49-F238E27FC236}">
                <a16:creationId xmlns:a16="http://schemas.microsoft.com/office/drawing/2014/main" id="{8A1876F4-8B48-93A3-722C-C55031B459ED}"/>
              </a:ext>
            </a:extLst>
          </p:cNvPr>
          <p:cNvCxnSpPr>
            <a:cxnSpLocks/>
          </p:cNvCxnSpPr>
          <p:nvPr/>
        </p:nvCxnSpPr>
        <p:spPr>
          <a:xfrm flipH="1">
            <a:off x="1533425" y="2696843"/>
            <a:ext cx="1043822" cy="57913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3" name="Google Shape;1853;p157">
            <a:extLst>
              <a:ext uri="{FF2B5EF4-FFF2-40B4-BE49-F238E27FC236}">
                <a16:creationId xmlns:a16="http://schemas.microsoft.com/office/drawing/2014/main" id="{06ABF150-8A83-97A4-0BCB-1B8B9A11A916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899799" y="2699330"/>
            <a:ext cx="1111734" cy="60453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4" name="Google Shape;1854;p157">
            <a:extLst>
              <a:ext uri="{FF2B5EF4-FFF2-40B4-BE49-F238E27FC236}">
                <a16:creationId xmlns:a16="http://schemas.microsoft.com/office/drawing/2014/main" id="{6E21FBA5-1D41-2058-71D7-47A48E789B53}"/>
              </a:ext>
            </a:extLst>
          </p:cNvPr>
          <p:cNvCxnSpPr/>
          <p:nvPr/>
        </p:nvCxnSpPr>
        <p:spPr>
          <a:xfrm>
            <a:off x="1724121" y="4352187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5" name="Google Shape;1855;p157" descr="directory.png">
            <a:extLst>
              <a:ext uri="{FF2B5EF4-FFF2-40B4-BE49-F238E27FC236}">
                <a16:creationId xmlns:a16="http://schemas.microsoft.com/office/drawing/2014/main" id="{AFC95FD3-4D65-DEE2-C0D4-F6A97FA30C2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33" y="4766897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1856;p157">
            <a:extLst>
              <a:ext uri="{FF2B5EF4-FFF2-40B4-BE49-F238E27FC236}">
                <a16:creationId xmlns:a16="http://schemas.microsoft.com/office/drawing/2014/main" id="{5D9556A2-101F-32C0-1236-771C0C0F442C}"/>
              </a:ext>
            </a:extLst>
          </p:cNvPr>
          <p:cNvSpPr txBox="1"/>
          <p:nvPr/>
        </p:nvSpPr>
        <p:spPr>
          <a:xfrm>
            <a:off x="1276572" y="5085422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Google Shape;1857;p157">
            <a:extLst>
              <a:ext uri="{FF2B5EF4-FFF2-40B4-BE49-F238E27FC236}">
                <a16:creationId xmlns:a16="http://schemas.microsoft.com/office/drawing/2014/main" id="{DBE499F8-3F9B-57D2-CC61-57EE43803E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350554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1858;p157">
            <a:extLst>
              <a:ext uri="{FF2B5EF4-FFF2-40B4-BE49-F238E27FC236}">
                <a16:creationId xmlns:a16="http://schemas.microsoft.com/office/drawing/2014/main" id="{14421599-C967-0FCA-2406-C44F54F8EF42}"/>
              </a:ext>
            </a:extLst>
          </p:cNvPr>
          <p:cNvSpPr txBox="1"/>
          <p:nvPr/>
        </p:nvSpPr>
        <p:spPr>
          <a:xfrm>
            <a:off x="191363" y="3832169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sp>
        <p:nvSpPr>
          <p:cNvPr id="39" name="Google Shape;1859;p157">
            <a:extLst>
              <a:ext uri="{FF2B5EF4-FFF2-40B4-BE49-F238E27FC236}">
                <a16:creationId xmlns:a16="http://schemas.microsoft.com/office/drawing/2014/main" id="{0D23D77B-DBBA-85A3-6D3B-E432B5EFC57D}"/>
              </a:ext>
            </a:extLst>
          </p:cNvPr>
          <p:cNvSpPr txBox="1"/>
          <p:nvPr/>
        </p:nvSpPr>
        <p:spPr>
          <a:xfrm>
            <a:off x="2998100" y="5122497"/>
            <a:ext cx="1332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Working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1860;p157">
            <a:extLst>
              <a:ext uri="{FF2B5EF4-FFF2-40B4-BE49-F238E27FC236}">
                <a16:creationId xmlns:a16="http://schemas.microsoft.com/office/drawing/2014/main" id="{5AF90EE4-7BA2-4C78-141C-75FA825F5487}"/>
              </a:ext>
            </a:extLst>
          </p:cNvPr>
          <p:cNvCxnSpPr>
            <a:cxnSpLocks/>
          </p:cNvCxnSpPr>
          <p:nvPr/>
        </p:nvCxnSpPr>
        <p:spPr>
          <a:xfrm>
            <a:off x="2257441" y="4288197"/>
            <a:ext cx="1147624" cy="42523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1" name="Google Shape;1861;p157">
            <a:extLst>
              <a:ext uri="{FF2B5EF4-FFF2-40B4-BE49-F238E27FC236}">
                <a16:creationId xmlns:a16="http://schemas.microsoft.com/office/drawing/2014/main" id="{B6283B48-216A-3AAD-A7D7-1248AD31DA24}"/>
              </a:ext>
            </a:extLst>
          </p:cNvPr>
          <p:cNvSpPr/>
          <p:nvPr/>
        </p:nvSpPr>
        <p:spPr>
          <a:xfrm>
            <a:off x="3197307" y="5062123"/>
            <a:ext cx="730400" cy="619600"/>
          </a:xfrm>
          <a:prstGeom prst="mathMultiply">
            <a:avLst>
              <a:gd name="adj1" fmla="val 23520"/>
            </a:avLst>
          </a:prstGeom>
          <a:solidFill>
            <a:srgbClr val="C0504D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000">
              <a:solidFill>
                <a:srgbClr val="FFFFFF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223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72EF17-1890-BD19-1034-DA6DE43920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867;p158">
            <a:extLst>
              <a:ext uri="{FF2B5EF4-FFF2-40B4-BE49-F238E27FC236}">
                <a16:creationId xmlns:a16="http://schemas.microsoft.com/office/drawing/2014/main" id="{0BBD297D-183C-7FDC-BB16-3B71DB7650E5}"/>
              </a:ext>
            </a:extLst>
          </p:cNvPr>
          <p:cNvSpPr txBox="1"/>
          <p:nvPr/>
        </p:nvSpPr>
        <p:spPr>
          <a:xfrm>
            <a:off x="5865707" y="3605274"/>
            <a:ext cx="536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Deleting Files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868;p158">
            <a:extLst>
              <a:ext uri="{FF2B5EF4-FFF2-40B4-BE49-F238E27FC236}">
                <a16:creationId xmlns:a16="http://schemas.microsoft.com/office/drawing/2014/main" id="{1C5CE353-83DB-CFEA-AFEF-A5949D581298}"/>
              </a:ext>
            </a:extLst>
          </p:cNvPr>
          <p:cNvSpPr txBox="1"/>
          <p:nvPr/>
        </p:nvSpPr>
        <p:spPr>
          <a:xfrm>
            <a:off x="6355474" y="4337693"/>
            <a:ext cx="5572853" cy="19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Deleting files is very dangerous! There is no recycle bin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 Unix! Once gone, files are gone forever!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Therefore try to ALWAYS use rm –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5" name="Google Shape;1869;p158" descr="Empty.jpg">
            <a:extLst>
              <a:ext uri="{FF2B5EF4-FFF2-40B4-BE49-F238E27FC236}">
                <a16:creationId xmlns:a16="http://schemas.microsoft.com/office/drawing/2014/main" id="{BC8AF3FF-B826-A794-9C40-5F42CE6EE2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1429" y="4823785"/>
            <a:ext cx="1143743" cy="139493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870;p158">
            <a:extLst>
              <a:ext uri="{FF2B5EF4-FFF2-40B4-BE49-F238E27FC236}">
                <a16:creationId xmlns:a16="http://schemas.microsoft.com/office/drawing/2014/main" id="{760382C5-B86C-BD3F-2CDB-4356ADC8EDD6}"/>
              </a:ext>
            </a:extLst>
          </p:cNvPr>
          <p:cNvSpPr/>
          <p:nvPr/>
        </p:nvSpPr>
        <p:spPr>
          <a:xfrm>
            <a:off x="3712015" y="4905435"/>
            <a:ext cx="1908800" cy="1344800"/>
          </a:xfrm>
          <a:prstGeom prst="mathMultiply">
            <a:avLst>
              <a:gd name="adj1" fmla="val 23520"/>
            </a:avLst>
          </a:prstGeom>
          <a:solidFill>
            <a:srgbClr val="C0504D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872;p158">
            <a:extLst>
              <a:ext uri="{FF2B5EF4-FFF2-40B4-BE49-F238E27FC236}">
                <a16:creationId xmlns:a16="http://schemas.microsoft.com/office/drawing/2014/main" id="{CD93313D-8F4A-A2BD-F860-DAAF204DF3DB}"/>
              </a:ext>
            </a:extLst>
          </p:cNvPr>
          <p:cNvSpPr txBox="1"/>
          <p:nvPr/>
        </p:nvSpPr>
        <p:spPr>
          <a:xfrm>
            <a:off x="1255559" y="6127868"/>
            <a:ext cx="989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riches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Google Shape;1873;p158">
            <a:extLst>
              <a:ext uri="{FF2B5EF4-FFF2-40B4-BE49-F238E27FC236}">
                <a16:creationId xmlns:a16="http://schemas.microsoft.com/office/drawing/2014/main" id="{5BE6A822-CC92-5A88-7C4C-06F00FDBAC41}"/>
              </a:ext>
            </a:extLst>
          </p:cNvPr>
          <p:cNvCxnSpPr>
            <a:cxnSpLocks/>
          </p:cNvCxnSpPr>
          <p:nvPr/>
        </p:nvCxnSpPr>
        <p:spPr>
          <a:xfrm>
            <a:off x="1743656" y="5860475"/>
            <a:ext cx="0" cy="358247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9" name="Google Shape;1874;p158" descr="directory.png">
            <a:extLst>
              <a:ext uri="{FF2B5EF4-FFF2-40B4-BE49-F238E27FC236}">
                <a16:creationId xmlns:a16="http://schemas.microsoft.com/office/drawing/2014/main" id="{1A9AAECC-5F18-0F27-44CA-6FA166398A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3583" y="2419566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875;p158">
            <a:extLst>
              <a:ext uri="{FF2B5EF4-FFF2-40B4-BE49-F238E27FC236}">
                <a16:creationId xmlns:a16="http://schemas.microsoft.com/office/drawing/2014/main" id="{DA820955-DE99-1BC5-4EE1-08019D38D828}"/>
              </a:ext>
            </a:extLst>
          </p:cNvPr>
          <p:cNvSpPr txBox="1"/>
          <p:nvPr/>
        </p:nvSpPr>
        <p:spPr>
          <a:xfrm>
            <a:off x="10579947" y="1884343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876;p158" descr="directory.png">
            <a:extLst>
              <a:ext uri="{FF2B5EF4-FFF2-40B4-BE49-F238E27FC236}">
                <a16:creationId xmlns:a16="http://schemas.microsoft.com/office/drawing/2014/main" id="{08C6FEDA-0186-4A74-E17C-65EEC40563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59300" y="958066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77;p158" descr="directory.png">
            <a:extLst>
              <a:ext uri="{FF2B5EF4-FFF2-40B4-BE49-F238E27FC236}">
                <a16:creationId xmlns:a16="http://schemas.microsoft.com/office/drawing/2014/main" id="{D9402D03-8975-BEC4-E410-1DFC5095C8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8701" y="2066075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878;p158" descr="directory.png">
            <a:extLst>
              <a:ext uri="{FF2B5EF4-FFF2-40B4-BE49-F238E27FC236}">
                <a16:creationId xmlns:a16="http://schemas.microsoft.com/office/drawing/2014/main" id="{90DB747A-97A2-3AF0-1284-D216A81DB3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7565" y="2374684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879;p158" descr="directory.png">
            <a:extLst>
              <a:ext uri="{FF2B5EF4-FFF2-40B4-BE49-F238E27FC236}">
                <a16:creationId xmlns:a16="http://schemas.microsoft.com/office/drawing/2014/main" id="{C9B3AEEA-E632-C997-FA68-FCBDCC08D6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471" y="3442412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880;p158" descr="directory.png">
            <a:extLst>
              <a:ext uri="{FF2B5EF4-FFF2-40B4-BE49-F238E27FC236}">
                <a16:creationId xmlns:a16="http://schemas.microsoft.com/office/drawing/2014/main" id="{E8F4074F-13B4-42FF-3DA3-8B6AD34767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8700" y="3442408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881;p158" descr="directory.png">
            <a:extLst>
              <a:ext uri="{FF2B5EF4-FFF2-40B4-BE49-F238E27FC236}">
                <a16:creationId xmlns:a16="http://schemas.microsoft.com/office/drawing/2014/main" id="{224D2EB0-576B-AA9D-4F6B-727D37143F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2815" y="3469872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882;p158">
            <a:extLst>
              <a:ext uri="{FF2B5EF4-FFF2-40B4-BE49-F238E27FC236}">
                <a16:creationId xmlns:a16="http://schemas.microsoft.com/office/drawing/2014/main" id="{ACB310E6-D1D5-75C8-86C5-AB86563875E5}"/>
              </a:ext>
            </a:extLst>
          </p:cNvPr>
          <p:cNvSpPr txBox="1"/>
          <p:nvPr/>
        </p:nvSpPr>
        <p:spPr>
          <a:xfrm>
            <a:off x="5892800" y="1262619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18" name="Google Shape;1883;p158">
            <a:extLst>
              <a:ext uri="{FF2B5EF4-FFF2-40B4-BE49-F238E27FC236}">
                <a16:creationId xmlns:a16="http://schemas.microsoft.com/office/drawing/2014/main" id="{EB4C594F-7D51-7419-3516-D64845B502EA}"/>
              </a:ext>
            </a:extLst>
          </p:cNvPr>
          <p:cNvSpPr txBox="1"/>
          <p:nvPr/>
        </p:nvSpPr>
        <p:spPr>
          <a:xfrm>
            <a:off x="2831253" y="2436555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Google Shape;1884;p158">
            <a:extLst>
              <a:ext uri="{FF2B5EF4-FFF2-40B4-BE49-F238E27FC236}">
                <a16:creationId xmlns:a16="http://schemas.microsoft.com/office/drawing/2014/main" id="{1F0BD32A-ACE7-0623-34E0-75EB9D1B9D0C}"/>
              </a:ext>
            </a:extLst>
          </p:cNvPr>
          <p:cNvSpPr txBox="1"/>
          <p:nvPr/>
        </p:nvSpPr>
        <p:spPr>
          <a:xfrm>
            <a:off x="5784427" y="2824485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1885;p158">
            <a:extLst>
              <a:ext uri="{FF2B5EF4-FFF2-40B4-BE49-F238E27FC236}">
                <a16:creationId xmlns:a16="http://schemas.microsoft.com/office/drawing/2014/main" id="{193A8E88-62C9-4CEA-A42B-F0C67DC0E6DB}"/>
              </a:ext>
            </a:extLst>
          </p:cNvPr>
          <p:cNvSpPr txBox="1"/>
          <p:nvPr/>
        </p:nvSpPr>
        <p:spPr>
          <a:xfrm>
            <a:off x="8353981" y="2699795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Google Shape;1886;p158">
            <a:extLst>
              <a:ext uri="{FF2B5EF4-FFF2-40B4-BE49-F238E27FC236}">
                <a16:creationId xmlns:a16="http://schemas.microsoft.com/office/drawing/2014/main" id="{8A3E14BB-EAB8-5E82-5D77-5B6980C1456B}"/>
              </a:ext>
            </a:extLst>
          </p:cNvPr>
          <p:cNvCxnSpPr/>
          <p:nvPr/>
        </p:nvCxnSpPr>
        <p:spPr>
          <a:xfrm flipH="1">
            <a:off x="3342600" y="1579174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2" name="Google Shape;1887;p158">
            <a:extLst>
              <a:ext uri="{FF2B5EF4-FFF2-40B4-BE49-F238E27FC236}">
                <a16:creationId xmlns:a16="http://schemas.microsoft.com/office/drawing/2014/main" id="{B2BFC968-35D3-6642-F630-880F383319F6}"/>
              </a:ext>
            </a:extLst>
          </p:cNvPr>
          <p:cNvCxnSpPr/>
          <p:nvPr/>
        </p:nvCxnSpPr>
        <p:spPr>
          <a:xfrm>
            <a:off x="6741188" y="1812075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3" name="Google Shape;1888;p158">
            <a:extLst>
              <a:ext uri="{FF2B5EF4-FFF2-40B4-BE49-F238E27FC236}">
                <a16:creationId xmlns:a16="http://schemas.microsoft.com/office/drawing/2014/main" id="{DF3B0465-3FB5-8DFF-A1DF-0415C5030D7F}"/>
              </a:ext>
            </a:extLst>
          </p:cNvPr>
          <p:cNvCxnSpPr/>
          <p:nvPr/>
        </p:nvCxnSpPr>
        <p:spPr>
          <a:xfrm>
            <a:off x="6038300" y="2014323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4" name="Google Shape;1889;p158">
            <a:extLst>
              <a:ext uri="{FF2B5EF4-FFF2-40B4-BE49-F238E27FC236}">
                <a16:creationId xmlns:a16="http://schemas.microsoft.com/office/drawing/2014/main" id="{2E248F38-1BC1-FC6B-0010-2FCE6512FA9F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6734623" y="1588338"/>
            <a:ext cx="3845324" cy="542199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5" name="Google Shape;1890;p158">
            <a:extLst>
              <a:ext uri="{FF2B5EF4-FFF2-40B4-BE49-F238E27FC236}">
                <a16:creationId xmlns:a16="http://schemas.microsoft.com/office/drawing/2014/main" id="{1DCE7AEB-C169-7DBD-D206-3D2A9BBD1FA8}"/>
              </a:ext>
            </a:extLst>
          </p:cNvPr>
          <p:cNvSpPr txBox="1"/>
          <p:nvPr/>
        </p:nvSpPr>
        <p:spPr>
          <a:xfrm>
            <a:off x="10579947" y="1884343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6" name="Google Shape;1891;p158">
            <a:extLst>
              <a:ext uri="{FF2B5EF4-FFF2-40B4-BE49-F238E27FC236}">
                <a16:creationId xmlns:a16="http://schemas.microsoft.com/office/drawing/2014/main" id="{3764DF39-32DA-FC60-1314-29E985FF2F0A}"/>
              </a:ext>
            </a:extLst>
          </p:cNvPr>
          <p:cNvCxnSpPr/>
          <p:nvPr/>
        </p:nvCxnSpPr>
        <p:spPr>
          <a:xfrm>
            <a:off x="3318933" y="3049852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7" name="Google Shape;1892;p158">
            <a:extLst>
              <a:ext uri="{FF2B5EF4-FFF2-40B4-BE49-F238E27FC236}">
                <a16:creationId xmlns:a16="http://schemas.microsoft.com/office/drawing/2014/main" id="{6A0FFA4C-03DF-7442-2BB5-BA32460E655C}"/>
              </a:ext>
            </a:extLst>
          </p:cNvPr>
          <p:cNvSpPr txBox="1"/>
          <p:nvPr/>
        </p:nvSpPr>
        <p:spPr>
          <a:xfrm>
            <a:off x="915847" y="3777675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Google Shape;1893;p158">
            <a:extLst>
              <a:ext uri="{FF2B5EF4-FFF2-40B4-BE49-F238E27FC236}">
                <a16:creationId xmlns:a16="http://schemas.microsoft.com/office/drawing/2014/main" id="{1EF01116-B246-8DCF-6130-1309385548F0}"/>
              </a:ext>
            </a:extLst>
          </p:cNvPr>
          <p:cNvSpPr txBox="1"/>
          <p:nvPr/>
        </p:nvSpPr>
        <p:spPr>
          <a:xfrm>
            <a:off x="2756415" y="3777675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Google Shape;1894;p158">
            <a:extLst>
              <a:ext uri="{FF2B5EF4-FFF2-40B4-BE49-F238E27FC236}">
                <a16:creationId xmlns:a16="http://schemas.microsoft.com/office/drawing/2014/main" id="{6A0E5975-B100-0638-0943-2F42642FDDFE}"/>
              </a:ext>
            </a:extLst>
          </p:cNvPr>
          <p:cNvSpPr txBox="1"/>
          <p:nvPr/>
        </p:nvSpPr>
        <p:spPr>
          <a:xfrm>
            <a:off x="4462815" y="3777675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30" name="Google Shape;1895;p158">
            <a:extLst>
              <a:ext uri="{FF2B5EF4-FFF2-40B4-BE49-F238E27FC236}">
                <a16:creationId xmlns:a16="http://schemas.microsoft.com/office/drawing/2014/main" id="{142D09DC-6E98-BEB1-7AAD-F3D9031FB888}"/>
              </a:ext>
            </a:extLst>
          </p:cNvPr>
          <p:cNvCxnSpPr>
            <a:cxnSpLocks/>
          </p:cNvCxnSpPr>
          <p:nvPr/>
        </p:nvCxnSpPr>
        <p:spPr>
          <a:xfrm flipH="1">
            <a:off x="1523640" y="2641051"/>
            <a:ext cx="1043830" cy="774537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1" name="Google Shape;1896;p158">
            <a:extLst>
              <a:ext uri="{FF2B5EF4-FFF2-40B4-BE49-F238E27FC236}">
                <a16:creationId xmlns:a16="http://schemas.microsoft.com/office/drawing/2014/main" id="{0BB3D454-FFAB-43FC-4F18-80FD62E0A221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3942080" y="2863275"/>
            <a:ext cx="1143135" cy="606597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2" name="Google Shape;1897;p158">
            <a:extLst>
              <a:ext uri="{FF2B5EF4-FFF2-40B4-BE49-F238E27FC236}">
                <a16:creationId xmlns:a16="http://schemas.microsoft.com/office/drawing/2014/main" id="{AA921B97-AB44-72E0-9540-5FE0BDEE9138}"/>
              </a:ext>
            </a:extLst>
          </p:cNvPr>
          <p:cNvCxnSpPr/>
          <p:nvPr/>
        </p:nvCxnSpPr>
        <p:spPr>
          <a:xfrm>
            <a:off x="1693333" y="449442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3" name="Google Shape;1898;p158" descr="directory.png">
            <a:extLst>
              <a:ext uri="{FF2B5EF4-FFF2-40B4-BE49-F238E27FC236}">
                <a16:creationId xmlns:a16="http://schemas.microsoft.com/office/drawing/2014/main" id="{A118D4BD-47BC-732E-867A-D63D118C15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633" y="4905442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899;p158">
            <a:extLst>
              <a:ext uri="{FF2B5EF4-FFF2-40B4-BE49-F238E27FC236}">
                <a16:creationId xmlns:a16="http://schemas.microsoft.com/office/drawing/2014/main" id="{6484AEB1-F548-3071-3101-4A56CE32B09F}"/>
              </a:ext>
            </a:extLst>
          </p:cNvPr>
          <p:cNvSpPr txBox="1"/>
          <p:nvPr/>
        </p:nvSpPr>
        <p:spPr>
          <a:xfrm>
            <a:off x="1276572" y="5223967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Google Shape;1900;p158">
            <a:extLst>
              <a:ext uri="{FF2B5EF4-FFF2-40B4-BE49-F238E27FC236}">
                <a16:creationId xmlns:a16="http://schemas.microsoft.com/office/drawing/2014/main" id="{753F4D6D-0766-DB60-87A7-61E73B9E18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480" y="3644087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1901;p158">
            <a:extLst>
              <a:ext uri="{FF2B5EF4-FFF2-40B4-BE49-F238E27FC236}">
                <a16:creationId xmlns:a16="http://schemas.microsoft.com/office/drawing/2014/main" id="{D509E9CA-4395-2CFD-4EE7-1A6CE307523F}"/>
              </a:ext>
            </a:extLst>
          </p:cNvPr>
          <p:cNvSpPr txBox="1"/>
          <p:nvPr/>
        </p:nvSpPr>
        <p:spPr>
          <a:xfrm>
            <a:off x="191363" y="3970714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7C76FC-B98B-0118-9BEB-F8A6B1027349}"/>
              </a:ext>
            </a:extLst>
          </p:cNvPr>
          <p:cNvSpPr txBox="1"/>
          <p:nvPr/>
        </p:nvSpPr>
        <p:spPr>
          <a:xfrm>
            <a:off x="9893397" y="2851248"/>
            <a:ext cx="21661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 -rf / is basically Unix's version of a horror story.</a:t>
            </a:r>
          </a:p>
        </p:txBody>
      </p:sp>
    </p:spTree>
    <p:extLst>
      <p:ext uri="{BB962C8B-B14F-4D97-AF65-F5344CB8AC3E}">
        <p14:creationId xmlns:p14="http://schemas.microsoft.com/office/powerpoint/2010/main" val="5027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6355DC-A241-68DA-C4B4-B9FCB61DB10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42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906;p159">
            <a:extLst>
              <a:ext uri="{FF2B5EF4-FFF2-40B4-BE49-F238E27FC236}">
                <a16:creationId xmlns:a16="http://schemas.microsoft.com/office/drawing/2014/main" id="{F0579A74-1C4F-ECA2-C6FB-E3D9F846D22E}"/>
              </a:ext>
            </a:extLst>
          </p:cNvPr>
          <p:cNvSpPr txBox="1"/>
          <p:nvPr/>
        </p:nvSpPr>
        <p:spPr>
          <a:xfrm>
            <a:off x="5865707" y="3411311"/>
            <a:ext cx="536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Copying Files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907;p159">
            <a:extLst>
              <a:ext uri="{FF2B5EF4-FFF2-40B4-BE49-F238E27FC236}">
                <a16:creationId xmlns:a16="http://schemas.microsoft.com/office/drawing/2014/main" id="{315C242A-0DBF-312A-8A36-0EA11D6A2A9F}"/>
              </a:ext>
            </a:extLst>
          </p:cNvPr>
          <p:cNvSpPr txBox="1"/>
          <p:nvPr/>
        </p:nvSpPr>
        <p:spPr>
          <a:xfrm>
            <a:off x="5511511" y="4140235"/>
            <a:ext cx="6680489" cy="1600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Let’s make a copy of riches within the home directory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(Make sure your present working directory is Data)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Google Shape;1908;p159">
            <a:extLst>
              <a:ext uri="{FF2B5EF4-FFF2-40B4-BE49-F238E27FC236}">
                <a16:creationId xmlns:a16="http://schemas.microsoft.com/office/drawing/2014/main" id="{F973244C-1337-2B68-459C-CCC8E356637E}"/>
              </a:ext>
            </a:extLst>
          </p:cNvPr>
          <p:cNvSpPr/>
          <p:nvPr/>
        </p:nvSpPr>
        <p:spPr>
          <a:xfrm>
            <a:off x="7193947" y="5453024"/>
            <a:ext cx="3386000" cy="4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cp ./riches ../</a:t>
            </a:r>
            <a:endParaRPr sz="2400" dirty="0"/>
          </a:p>
        </p:txBody>
      </p:sp>
      <p:cxnSp>
        <p:nvCxnSpPr>
          <p:cNvPr id="6" name="Google Shape;1909;p159">
            <a:extLst>
              <a:ext uri="{FF2B5EF4-FFF2-40B4-BE49-F238E27FC236}">
                <a16:creationId xmlns:a16="http://schemas.microsoft.com/office/drawing/2014/main" id="{FAC1B4EB-9089-865D-6A60-F8674C14E145}"/>
              </a:ext>
            </a:extLst>
          </p:cNvPr>
          <p:cNvCxnSpPr>
            <a:cxnSpLocks/>
          </p:cNvCxnSpPr>
          <p:nvPr/>
        </p:nvCxnSpPr>
        <p:spPr>
          <a:xfrm flipV="1">
            <a:off x="7587244" y="5915079"/>
            <a:ext cx="216800" cy="16374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7" name="Google Shape;1910;p159">
            <a:extLst>
              <a:ext uri="{FF2B5EF4-FFF2-40B4-BE49-F238E27FC236}">
                <a16:creationId xmlns:a16="http://schemas.microsoft.com/office/drawing/2014/main" id="{BC732D00-C4BC-F604-F6EF-D67B5D693106}"/>
              </a:ext>
            </a:extLst>
          </p:cNvPr>
          <p:cNvCxnSpPr/>
          <p:nvPr/>
        </p:nvCxnSpPr>
        <p:spPr>
          <a:xfrm rot="10800000">
            <a:off x="9557696" y="5873906"/>
            <a:ext cx="216800" cy="264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8" name="Google Shape;1911;p159">
            <a:extLst>
              <a:ext uri="{FF2B5EF4-FFF2-40B4-BE49-F238E27FC236}">
                <a16:creationId xmlns:a16="http://schemas.microsoft.com/office/drawing/2014/main" id="{D72609CD-466F-B23A-EFD3-6D3E634BC140}"/>
              </a:ext>
            </a:extLst>
          </p:cNvPr>
          <p:cNvSpPr txBox="1"/>
          <p:nvPr/>
        </p:nvSpPr>
        <p:spPr>
          <a:xfrm>
            <a:off x="6803623" y="5981194"/>
            <a:ext cx="1314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Path</a:t>
            </a:r>
            <a:endParaRPr sz="2400" dirty="0"/>
          </a:p>
        </p:txBody>
      </p:sp>
      <p:sp>
        <p:nvSpPr>
          <p:cNvPr id="9" name="Google Shape;1912;p159">
            <a:extLst>
              <a:ext uri="{FF2B5EF4-FFF2-40B4-BE49-F238E27FC236}">
                <a16:creationId xmlns:a16="http://schemas.microsoft.com/office/drawing/2014/main" id="{21CCD390-0E01-8694-EACF-5B7234231E3C}"/>
              </a:ext>
            </a:extLst>
          </p:cNvPr>
          <p:cNvSpPr txBox="1"/>
          <p:nvPr/>
        </p:nvSpPr>
        <p:spPr>
          <a:xfrm>
            <a:off x="9120729" y="6005906"/>
            <a:ext cx="1941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Location Path</a:t>
            </a:r>
            <a:endParaRPr sz="2400" dirty="0"/>
          </a:p>
        </p:txBody>
      </p:sp>
      <p:sp>
        <p:nvSpPr>
          <p:cNvPr id="10" name="Google Shape;1914;p159">
            <a:extLst>
              <a:ext uri="{FF2B5EF4-FFF2-40B4-BE49-F238E27FC236}">
                <a16:creationId xmlns:a16="http://schemas.microsoft.com/office/drawing/2014/main" id="{7E2EA4D2-C557-C28D-679B-D762577B9274}"/>
              </a:ext>
            </a:extLst>
          </p:cNvPr>
          <p:cNvSpPr txBox="1"/>
          <p:nvPr/>
        </p:nvSpPr>
        <p:spPr>
          <a:xfrm>
            <a:off x="1130071" y="5838759"/>
            <a:ext cx="989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riches</a:t>
            </a:r>
            <a:endParaRPr sz="2400" dirty="0"/>
          </a:p>
        </p:txBody>
      </p:sp>
      <p:cxnSp>
        <p:nvCxnSpPr>
          <p:cNvPr id="11" name="Google Shape;1915;p159">
            <a:extLst>
              <a:ext uri="{FF2B5EF4-FFF2-40B4-BE49-F238E27FC236}">
                <a16:creationId xmlns:a16="http://schemas.microsoft.com/office/drawing/2014/main" id="{077995FD-7ACD-7509-E133-8A8D53DDFB2F}"/>
              </a:ext>
            </a:extLst>
          </p:cNvPr>
          <p:cNvCxnSpPr>
            <a:cxnSpLocks/>
          </p:cNvCxnSpPr>
          <p:nvPr/>
        </p:nvCxnSpPr>
        <p:spPr>
          <a:xfrm>
            <a:off x="1693333" y="5708077"/>
            <a:ext cx="0" cy="274321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12" name="Google Shape;1916;p159" descr="directory.png">
            <a:extLst>
              <a:ext uri="{FF2B5EF4-FFF2-40B4-BE49-F238E27FC236}">
                <a16:creationId xmlns:a16="http://schemas.microsoft.com/office/drawing/2014/main" id="{EDE44D9C-49B1-9C48-ECC1-F6DC06686FD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73583" y="2225603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917;p159">
            <a:extLst>
              <a:ext uri="{FF2B5EF4-FFF2-40B4-BE49-F238E27FC236}">
                <a16:creationId xmlns:a16="http://schemas.microsoft.com/office/drawing/2014/main" id="{3D91EC81-F480-A0E7-160A-67C8B8FFF78C}"/>
              </a:ext>
            </a:extLst>
          </p:cNvPr>
          <p:cNvSpPr txBox="1"/>
          <p:nvPr/>
        </p:nvSpPr>
        <p:spPr>
          <a:xfrm>
            <a:off x="10579947" y="1690380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918;p159" descr="directory.png">
            <a:extLst>
              <a:ext uri="{FF2B5EF4-FFF2-40B4-BE49-F238E27FC236}">
                <a16:creationId xmlns:a16="http://schemas.microsoft.com/office/drawing/2014/main" id="{062139A5-5D09-F6AD-5579-781D039F6B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59300" y="888794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919;p159" descr="directory.png">
            <a:extLst>
              <a:ext uri="{FF2B5EF4-FFF2-40B4-BE49-F238E27FC236}">
                <a16:creationId xmlns:a16="http://schemas.microsoft.com/office/drawing/2014/main" id="{0C2DB2CC-4369-7354-90CA-A9C48B22FB5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1872112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920;p159" descr="directory.png">
            <a:extLst>
              <a:ext uri="{FF2B5EF4-FFF2-40B4-BE49-F238E27FC236}">
                <a16:creationId xmlns:a16="http://schemas.microsoft.com/office/drawing/2014/main" id="{6DEEC9A6-0962-9875-B918-82EAB35E690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531" y="2291556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921;p159" descr="directory.png">
            <a:extLst>
              <a:ext uri="{FF2B5EF4-FFF2-40B4-BE49-F238E27FC236}">
                <a16:creationId xmlns:a16="http://schemas.microsoft.com/office/drawing/2014/main" id="{2314657B-8D34-C6B1-4503-38FD7EF0A8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471" y="3248449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922;p159" descr="directory.png">
            <a:extLst>
              <a:ext uri="{FF2B5EF4-FFF2-40B4-BE49-F238E27FC236}">
                <a16:creationId xmlns:a16="http://schemas.microsoft.com/office/drawing/2014/main" id="{A4529432-1A3F-6FF0-E4C4-57069418F7C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0" y="3248445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23;p159" descr="directory.png">
            <a:extLst>
              <a:ext uri="{FF2B5EF4-FFF2-40B4-BE49-F238E27FC236}">
                <a16:creationId xmlns:a16="http://schemas.microsoft.com/office/drawing/2014/main" id="{9375FC84-D71F-4C7F-A835-A3E885B3D76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248445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924;p159">
            <a:extLst>
              <a:ext uri="{FF2B5EF4-FFF2-40B4-BE49-F238E27FC236}">
                <a16:creationId xmlns:a16="http://schemas.microsoft.com/office/drawing/2014/main" id="{90088EA4-2ECD-C02C-8557-99A72C0024AB}"/>
              </a:ext>
            </a:extLst>
          </p:cNvPr>
          <p:cNvSpPr txBox="1"/>
          <p:nvPr/>
        </p:nvSpPr>
        <p:spPr>
          <a:xfrm>
            <a:off x="5892800" y="1193347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21" name="Google Shape;1925;p159">
            <a:extLst>
              <a:ext uri="{FF2B5EF4-FFF2-40B4-BE49-F238E27FC236}">
                <a16:creationId xmlns:a16="http://schemas.microsoft.com/office/drawing/2014/main" id="{6E132E7E-72BB-F640-B1CE-6E124110CD76}"/>
              </a:ext>
            </a:extLst>
          </p:cNvPr>
          <p:cNvSpPr txBox="1"/>
          <p:nvPr/>
        </p:nvSpPr>
        <p:spPr>
          <a:xfrm>
            <a:off x="2831253" y="2242592"/>
            <a:ext cx="970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sz="2400"/>
          </a:p>
        </p:txBody>
      </p:sp>
      <p:sp>
        <p:nvSpPr>
          <p:cNvPr id="22" name="Google Shape;1926;p159">
            <a:extLst>
              <a:ext uri="{FF2B5EF4-FFF2-40B4-BE49-F238E27FC236}">
                <a16:creationId xmlns:a16="http://schemas.microsoft.com/office/drawing/2014/main" id="{6EEE6A58-2ED4-D66F-F28B-BC63EA4E8711}"/>
              </a:ext>
            </a:extLst>
          </p:cNvPr>
          <p:cNvSpPr txBox="1"/>
          <p:nvPr/>
        </p:nvSpPr>
        <p:spPr>
          <a:xfrm>
            <a:off x="5784427" y="2616667"/>
            <a:ext cx="6404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bin</a:t>
            </a:r>
            <a:endParaRPr sz="2400"/>
          </a:p>
        </p:txBody>
      </p:sp>
      <p:sp>
        <p:nvSpPr>
          <p:cNvPr id="23" name="Google Shape;1927;p159">
            <a:extLst>
              <a:ext uri="{FF2B5EF4-FFF2-40B4-BE49-F238E27FC236}">
                <a16:creationId xmlns:a16="http://schemas.microsoft.com/office/drawing/2014/main" id="{C80541B4-B271-39BE-4B86-A14588F8204C}"/>
              </a:ext>
            </a:extLst>
          </p:cNvPr>
          <p:cNvSpPr txBox="1"/>
          <p:nvPr/>
        </p:nvSpPr>
        <p:spPr>
          <a:xfrm>
            <a:off x="8547947" y="2616667"/>
            <a:ext cx="549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lib</a:t>
            </a:r>
            <a:endParaRPr sz="2400"/>
          </a:p>
        </p:txBody>
      </p:sp>
      <p:cxnSp>
        <p:nvCxnSpPr>
          <p:cNvPr id="24" name="Google Shape;1928;p159">
            <a:extLst>
              <a:ext uri="{FF2B5EF4-FFF2-40B4-BE49-F238E27FC236}">
                <a16:creationId xmlns:a16="http://schemas.microsoft.com/office/drawing/2014/main" id="{55869EF3-B1F3-1571-6137-1C0A9721DD1C}"/>
              </a:ext>
            </a:extLst>
          </p:cNvPr>
          <p:cNvCxnSpPr/>
          <p:nvPr/>
        </p:nvCxnSpPr>
        <p:spPr>
          <a:xfrm flipH="1">
            <a:off x="3535673" y="1390798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5" name="Google Shape;1929;p159">
            <a:extLst>
              <a:ext uri="{FF2B5EF4-FFF2-40B4-BE49-F238E27FC236}">
                <a16:creationId xmlns:a16="http://schemas.microsoft.com/office/drawing/2014/main" id="{C5BFD6D1-F575-1578-594F-F7E90527096C}"/>
              </a:ext>
            </a:extLst>
          </p:cNvPr>
          <p:cNvCxnSpPr/>
          <p:nvPr/>
        </p:nvCxnSpPr>
        <p:spPr>
          <a:xfrm>
            <a:off x="6718383" y="1734592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6" name="Google Shape;1930;p159">
            <a:extLst>
              <a:ext uri="{FF2B5EF4-FFF2-40B4-BE49-F238E27FC236}">
                <a16:creationId xmlns:a16="http://schemas.microsoft.com/office/drawing/2014/main" id="{40E54276-4613-A170-BAC9-7C3FFD29FEAC}"/>
              </a:ext>
            </a:extLst>
          </p:cNvPr>
          <p:cNvCxnSpPr/>
          <p:nvPr/>
        </p:nvCxnSpPr>
        <p:spPr>
          <a:xfrm>
            <a:off x="6038300" y="1895868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7" name="Google Shape;1931;p159">
            <a:extLst>
              <a:ext uri="{FF2B5EF4-FFF2-40B4-BE49-F238E27FC236}">
                <a16:creationId xmlns:a16="http://schemas.microsoft.com/office/drawing/2014/main" id="{0CC8FF8B-F076-9396-E628-986FE442F0CB}"/>
              </a:ext>
            </a:extLst>
          </p:cNvPr>
          <p:cNvCxnSpPr/>
          <p:nvPr/>
        </p:nvCxnSpPr>
        <p:spPr>
          <a:xfrm>
            <a:off x="6803623" y="1505074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8" name="Google Shape;1932;p159">
            <a:extLst>
              <a:ext uri="{FF2B5EF4-FFF2-40B4-BE49-F238E27FC236}">
                <a16:creationId xmlns:a16="http://schemas.microsoft.com/office/drawing/2014/main" id="{D1298B07-9654-B525-A8BF-C6952C19897F}"/>
              </a:ext>
            </a:extLst>
          </p:cNvPr>
          <p:cNvSpPr txBox="1"/>
          <p:nvPr/>
        </p:nvSpPr>
        <p:spPr>
          <a:xfrm>
            <a:off x="10579947" y="1690380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9" name="Google Shape;1933;p159">
            <a:extLst>
              <a:ext uri="{FF2B5EF4-FFF2-40B4-BE49-F238E27FC236}">
                <a16:creationId xmlns:a16="http://schemas.microsoft.com/office/drawing/2014/main" id="{5E5F1FB9-9171-99FD-849B-C1B4660161BC}"/>
              </a:ext>
            </a:extLst>
          </p:cNvPr>
          <p:cNvCxnSpPr/>
          <p:nvPr/>
        </p:nvCxnSpPr>
        <p:spPr>
          <a:xfrm>
            <a:off x="3282786" y="2907699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0" name="Google Shape;1934;p159">
            <a:extLst>
              <a:ext uri="{FF2B5EF4-FFF2-40B4-BE49-F238E27FC236}">
                <a16:creationId xmlns:a16="http://schemas.microsoft.com/office/drawing/2014/main" id="{436084C9-F73F-BFF3-6DBE-D06B3F5439A1}"/>
              </a:ext>
            </a:extLst>
          </p:cNvPr>
          <p:cNvSpPr txBox="1"/>
          <p:nvPr/>
        </p:nvSpPr>
        <p:spPr>
          <a:xfrm>
            <a:off x="915847" y="3583712"/>
            <a:ext cx="14352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genomics</a:t>
            </a:r>
            <a:endParaRPr sz="2400"/>
          </a:p>
        </p:txBody>
      </p:sp>
      <p:sp>
        <p:nvSpPr>
          <p:cNvPr id="31" name="Google Shape;1935;p159">
            <a:extLst>
              <a:ext uri="{FF2B5EF4-FFF2-40B4-BE49-F238E27FC236}">
                <a16:creationId xmlns:a16="http://schemas.microsoft.com/office/drawing/2014/main" id="{FD074852-FF12-CFD7-0928-C12238D3559D}"/>
              </a:ext>
            </a:extLst>
          </p:cNvPr>
          <p:cNvSpPr txBox="1"/>
          <p:nvPr/>
        </p:nvSpPr>
        <p:spPr>
          <a:xfrm>
            <a:off x="2756415" y="3583712"/>
            <a:ext cx="1123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endParaRPr sz="2400"/>
          </a:p>
        </p:txBody>
      </p:sp>
      <p:sp>
        <p:nvSpPr>
          <p:cNvPr id="32" name="Google Shape;1936;p159">
            <a:extLst>
              <a:ext uri="{FF2B5EF4-FFF2-40B4-BE49-F238E27FC236}">
                <a16:creationId xmlns:a16="http://schemas.microsoft.com/office/drawing/2014/main" id="{9578A46C-81DC-745C-F417-3D8D6D9965C5}"/>
              </a:ext>
            </a:extLst>
          </p:cNvPr>
          <p:cNvSpPr txBox="1"/>
          <p:nvPr/>
        </p:nvSpPr>
        <p:spPr>
          <a:xfrm>
            <a:off x="4462815" y="3583712"/>
            <a:ext cx="1158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ubuntu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1937;p159">
            <a:extLst>
              <a:ext uri="{FF2B5EF4-FFF2-40B4-BE49-F238E27FC236}">
                <a16:creationId xmlns:a16="http://schemas.microsoft.com/office/drawing/2014/main" id="{ABF11EF7-E06E-C858-EA18-8526886B6B8C}"/>
              </a:ext>
            </a:extLst>
          </p:cNvPr>
          <p:cNvCxnSpPr>
            <a:cxnSpLocks/>
          </p:cNvCxnSpPr>
          <p:nvPr/>
        </p:nvCxnSpPr>
        <p:spPr>
          <a:xfrm flipH="1">
            <a:off x="1276572" y="2613066"/>
            <a:ext cx="1106267" cy="58926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4" name="Google Shape;1938;p159">
            <a:extLst>
              <a:ext uri="{FF2B5EF4-FFF2-40B4-BE49-F238E27FC236}">
                <a16:creationId xmlns:a16="http://schemas.microsoft.com/office/drawing/2014/main" id="{E637630F-EAE2-A6F0-09E7-4F22B9D831E6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942080" y="2669312"/>
            <a:ext cx="1069453" cy="57913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5" name="Google Shape;1939;p159">
            <a:extLst>
              <a:ext uri="{FF2B5EF4-FFF2-40B4-BE49-F238E27FC236}">
                <a16:creationId xmlns:a16="http://schemas.microsoft.com/office/drawing/2014/main" id="{5D256EE0-9DE3-5EC4-5B6C-AC77F90A295D}"/>
              </a:ext>
            </a:extLst>
          </p:cNvPr>
          <p:cNvCxnSpPr/>
          <p:nvPr/>
        </p:nvCxnSpPr>
        <p:spPr>
          <a:xfrm>
            <a:off x="1689221" y="4348728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6" name="Google Shape;1940;p159" descr="directory.png">
            <a:extLst>
              <a:ext uri="{FF2B5EF4-FFF2-40B4-BE49-F238E27FC236}">
                <a16:creationId xmlns:a16="http://schemas.microsoft.com/office/drawing/2014/main" id="{9C20B909-8C4D-A1CF-D383-572092E5C2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633" y="4711479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941;p159">
            <a:extLst>
              <a:ext uri="{FF2B5EF4-FFF2-40B4-BE49-F238E27FC236}">
                <a16:creationId xmlns:a16="http://schemas.microsoft.com/office/drawing/2014/main" id="{E7D65010-7189-808C-64AD-8B3106634D3B}"/>
              </a:ext>
            </a:extLst>
          </p:cNvPr>
          <p:cNvSpPr txBox="1"/>
          <p:nvPr/>
        </p:nvSpPr>
        <p:spPr>
          <a:xfrm>
            <a:off x="1276572" y="5030004"/>
            <a:ext cx="8336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sz="2400"/>
          </a:p>
        </p:txBody>
      </p:sp>
      <p:pic>
        <p:nvPicPr>
          <p:cNvPr id="38" name="Google Shape;1942;p159">
            <a:extLst>
              <a:ext uri="{FF2B5EF4-FFF2-40B4-BE49-F238E27FC236}">
                <a16:creationId xmlns:a16="http://schemas.microsoft.com/office/drawing/2014/main" id="{805C5A6C-E13F-1D36-3751-5BA01C6383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3450124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1943;p159">
            <a:extLst>
              <a:ext uri="{FF2B5EF4-FFF2-40B4-BE49-F238E27FC236}">
                <a16:creationId xmlns:a16="http://schemas.microsoft.com/office/drawing/2014/main" id="{A10C020E-481E-C517-0B71-1224C458F9C1}"/>
              </a:ext>
            </a:extLst>
          </p:cNvPr>
          <p:cNvSpPr txBox="1"/>
          <p:nvPr/>
        </p:nvSpPr>
        <p:spPr>
          <a:xfrm>
            <a:off x="191363" y="3776751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14422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646672-29EC-A95D-3B9A-F3297B5A0F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43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Google Shape;1948;p160">
            <a:extLst>
              <a:ext uri="{FF2B5EF4-FFF2-40B4-BE49-F238E27FC236}">
                <a16:creationId xmlns:a16="http://schemas.microsoft.com/office/drawing/2014/main" id="{09D8F390-F994-1105-B13F-7140EBEFAC0F}"/>
              </a:ext>
            </a:extLst>
          </p:cNvPr>
          <p:cNvCxnSpPr/>
          <p:nvPr/>
        </p:nvCxnSpPr>
        <p:spPr>
          <a:xfrm>
            <a:off x="2750948" y="4157259"/>
            <a:ext cx="645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4" name="Google Shape;1949;p160">
            <a:extLst>
              <a:ext uri="{FF2B5EF4-FFF2-40B4-BE49-F238E27FC236}">
                <a16:creationId xmlns:a16="http://schemas.microsoft.com/office/drawing/2014/main" id="{FEDB2663-8320-E922-71A6-15784016AA22}"/>
              </a:ext>
            </a:extLst>
          </p:cNvPr>
          <p:cNvSpPr txBox="1"/>
          <p:nvPr/>
        </p:nvSpPr>
        <p:spPr>
          <a:xfrm>
            <a:off x="3161461" y="4651810"/>
            <a:ext cx="989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riches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951;p160">
            <a:extLst>
              <a:ext uri="{FF2B5EF4-FFF2-40B4-BE49-F238E27FC236}">
                <a16:creationId xmlns:a16="http://schemas.microsoft.com/office/drawing/2014/main" id="{0DFA7EA0-9CB6-645D-F79B-501A3A83898A}"/>
              </a:ext>
            </a:extLst>
          </p:cNvPr>
          <p:cNvSpPr txBox="1"/>
          <p:nvPr/>
        </p:nvSpPr>
        <p:spPr>
          <a:xfrm>
            <a:off x="1711154" y="5917760"/>
            <a:ext cx="989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riches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Google Shape;1952;p160">
            <a:extLst>
              <a:ext uri="{FF2B5EF4-FFF2-40B4-BE49-F238E27FC236}">
                <a16:creationId xmlns:a16="http://schemas.microsoft.com/office/drawing/2014/main" id="{49C1ED91-E8AB-6792-108F-52C934926A8D}"/>
              </a:ext>
            </a:extLst>
          </p:cNvPr>
          <p:cNvCxnSpPr/>
          <p:nvPr/>
        </p:nvCxnSpPr>
        <p:spPr>
          <a:xfrm>
            <a:off x="2205954" y="5486400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7" name="Google Shape;1953;p160" descr="directory.png">
            <a:extLst>
              <a:ext uri="{FF2B5EF4-FFF2-40B4-BE49-F238E27FC236}">
                <a16:creationId xmlns:a16="http://schemas.microsoft.com/office/drawing/2014/main" id="{61C5108A-825E-438E-6DFC-0C04954F535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86204" y="2114766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54;p160">
            <a:extLst>
              <a:ext uri="{FF2B5EF4-FFF2-40B4-BE49-F238E27FC236}">
                <a16:creationId xmlns:a16="http://schemas.microsoft.com/office/drawing/2014/main" id="{26AEC7C8-0286-9928-4A23-CFD4EE58A382}"/>
              </a:ext>
            </a:extLst>
          </p:cNvPr>
          <p:cNvSpPr txBox="1"/>
          <p:nvPr/>
        </p:nvSpPr>
        <p:spPr>
          <a:xfrm>
            <a:off x="11092568" y="1510268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1955;p160" descr="directory.png">
            <a:extLst>
              <a:ext uri="{FF2B5EF4-FFF2-40B4-BE49-F238E27FC236}">
                <a16:creationId xmlns:a16="http://schemas.microsoft.com/office/drawing/2014/main" id="{BB80BF84-566D-5912-681B-9EC68E4E9EB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71921" y="847226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956;p160" descr="directory.png">
            <a:extLst>
              <a:ext uri="{FF2B5EF4-FFF2-40B4-BE49-F238E27FC236}">
                <a16:creationId xmlns:a16="http://schemas.microsoft.com/office/drawing/2014/main" id="{228A591E-B7B5-FE8E-F54A-2BD8145579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81322" y="1692000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57;p160" descr="directory.png">
            <a:extLst>
              <a:ext uri="{FF2B5EF4-FFF2-40B4-BE49-F238E27FC236}">
                <a16:creationId xmlns:a16="http://schemas.microsoft.com/office/drawing/2014/main" id="{F0A76BB7-F91E-9D21-61B5-3B0E8F8E41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54152" y="2000608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958;p160" descr="directory.png">
            <a:extLst>
              <a:ext uri="{FF2B5EF4-FFF2-40B4-BE49-F238E27FC236}">
                <a16:creationId xmlns:a16="http://schemas.microsoft.com/office/drawing/2014/main" id="{FE45B86B-2E65-683A-D69A-00C74BC4A8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15092" y="3068337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959;p160" descr="directory.png">
            <a:extLst>
              <a:ext uri="{FF2B5EF4-FFF2-40B4-BE49-F238E27FC236}">
                <a16:creationId xmlns:a16="http://schemas.microsoft.com/office/drawing/2014/main" id="{9FC220D0-0471-A117-D94E-67CC713DBD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60311" y="3151419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960;p160" descr="directory.png">
            <a:extLst>
              <a:ext uri="{FF2B5EF4-FFF2-40B4-BE49-F238E27FC236}">
                <a16:creationId xmlns:a16="http://schemas.microsoft.com/office/drawing/2014/main" id="{559FF214-C0B2-87FA-1EE1-5042ED7FA5A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01754" y="3068333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961;p160">
            <a:extLst>
              <a:ext uri="{FF2B5EF4-FFF2-40B4-BE49-F238E27FC236}">
                <a16:creationId xmlns:a16="http://schemas.microsoft.com/office/drawing/2014/main" id="{4F053C5D-54D7-E7C4-1BC7-52112D231621}"/>
              </a:ext>
            </a:extLst>
          </p:cNvPr>
          <p:cNvSpPr txBox="1"/>
          <p:nvPr/>
        </p:nvSpPr>
        <p:spPr>
          <a:xfrm>
            <a:off x="6405421" y="1151779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16" name="Google Shape;1962;p160">
            <a:extLst>
              <a:ext uri="{FF2B5EF4-FFF2-40B4-BE49-F238E27FC236}">
                <a16:creationId xmlns:a16="http://schemas.microsoft.com/office/drawing/2014/main" id="{C5535092-76A3-89CB-0A13-8C916DC1C1FF}"/>
              </a:ext>
            </a:extLst>
          </p:cNvPr>
          <p:cNvSpPr txBox="1"/>
          <p:nvPr/>
        </p:nvSpPr>
        <p:spPr>
          <a:xfrm>
            <a:off x="3356511" y="2031636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1963;p160">
            <a:extLst>
              <a:ext uri="{FF2B5EF4-FFF2-40B4-BE49-F238E27FC236}">
                <a16:creationId xmlns:a16="http://schemas.microsoft.com/office/drawing/2014/main" id="{6DB2B406-0D98-E5DF-5095-EE529DD7B1D7}"/>
              </a:ext>
            </a:extLst>
          </p:cNvPr>
          <p:cNvSpPr txBox="1"/>
          <p:nvPr/>
        </p:nvSpPr>
        <p:spPr>
          <a:xfrm>
            <a:off x="6297048" y="2519685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1964;p160">
            <a:extLst>
              <a:ext uri="{FF2B5EF4-FFF2-40B4-BE49-F238E27FC236}">
                <a16:creationId xmlns:a16="http://schemas.microsoft.com/office/drawing/2014/main" id="{97B791E7-524F-2259-7D89-16F7E9942D66}"/>
              </a:ext>
            </a:extLst>
          </p:cNvPr>
          <p:cNvSpPr txBox="1"/>
          <p:nvPr/>
        </p:nvSpPr>
        <p:spPr>
          <a:xfrm>
            <a:off x="8981352" y="2386970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Google Shape;1965;p160">
            <a:extLst>
              <a:ext uri="{FF2B5EF4-FFF2-40B4-BE49-F238E27FC236}">
                <a16:creationId xmlns:a16="http://schemas.microsoft.com/office/drawing/2014/main" id="{92C90563-AD88-31E4-B345-DE799EB2D65D}"/>
              </a:ext>
            </a:extLst>
          </p:cNvPr>
          <p:cNvCxnSpPr>
            <a:cxnSpLocks/>
          </p:cNvCxnSpPr>
          <p:nvPr/>
        </p:nvCxnSpPr>
        <p:spPr>
          <a:xfrm flipH="1">
            <a:off x="4454728" y="1336340"/>
            <a:ext cx="1062635" cy="40102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0" name="Google Shape;1966;p160">
            <a:extLst>
              <a:ext uri="{FF2B5EF4-FFF2-40B4-BE49-F238E27FC236}">
                <a16:creationId xmlns:a16="http://schemas.microsoft.com/office/drawing/2014/main" id="{1BE9CBAD-9BD3-7253-2B57-CF392171D4FA}"/>
              </a:ext>
            </a:extLst>
          </p:cNvPr>
          <p:cNvCxnSpPr>
            <a:cxnSpLocks/>
          </p:cNvCxnSpPr>
          <p:nvPr/>
        </p:nvCxnSpPr>
        <p:spPr>
          <a:xfrm>
            <a:off x="7273887" y="1466640"/>
            <a:ext cx="1325330" cy="82716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1" name="Google Shape;1967;p160">
            <a:extLst>
              <a:ext uri="{FF2B5EF4-FFF2-40B4-BE49-F238E27FC236}">
                <a16:creationId xmlns:a16="http://schemas.microsoft.com/office/drawing/2014/main" id="{24F82F45-7652-228C-29B1-AF5904B478AD}"/>
              </a:ext>
            </a:extLst>
          </p:cNvPr>
          <p:cNvCxnSpPr/>
          <p:nvPr/>
        </p:nvCxnSpPr>
        <p:spPr>
          <a:xfrm>
            <a:off x="6617248" y="1817719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2" name="Google Shape;1968;p160">
            <a:extLst>
              <a:ext uri="{FF2B5EF4-FFF2-40B4-BE49-F238E27FC236}">
                <a16:creationId xmlns:a16="http://schemas.microsoft.com/office/drawing/2014/main" id="{690C5E32-0ED0-9FB3-45DE-135A93244AB0}"/>
              </a:ext>
            </a:extLst>
          </p:cNvPr>
          <p:cNvCxnSpPr/>
          <p:nvPr/>
        </p:nvCxnSpPr>
        <p:spPr>
          <a:xfrm>
            <a:off x="7315600" y="1390167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3" name="Google Shape;1969;p160">
            <a:extLst>
              <a:ext uri="{FF2B5EF4-FFF2-40B4-BE49-F238E27FC236}">
                <a16:creationId xmlns:a16="http://schemas.microsoft.com/office/drawing/2014/main" id="{599735E1-F200-5264-B4BF-931C30301EDC}"/>
              </a:ext>
            </a:extLst>
          </p:cNvPr>
          <p:cNvSpPr txBox="1"/>
          <p:nvPr/>
        </p:nvSpPr>
        <p:spPr>
          <a:xfrm>
            <a:off x="10731135" y="1660626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/>
          </a:p>
        </p:txBody>
      </p:sp>
      <p:cxnSp>
        <p:nvCxnSpPr>
          <p:cNvPr id="24" name="Google Shape;1970;p160">
            <a:extLst>
              <a:ext uri="{FF2B5EF4-FFF2-40B4-BE49-F238E27FC236}">
                <a16:creationId xmlns:a16="http://schemas.microsoft.com/office/drawing/2014/main" id="{E14F0099-3B35-0AC6-F255-69847AEFD47B}"/>
              </a:ext>
            </a:extLst>
          </p:cNvPr>
          <p:cNvCxnSpPr/>
          <p:nvPr/>
        </p:nvCxnSpPr>
        <p:spPr>
          <a:xfrm>
            <a:off x="3831554" y="2758073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5" name="Google Shape;1971;p160">
            <a:extLst>
              <a:ext uri="{FF2B5EF4-FFF2-40B4-BE49-F238E27FC236}">
                <a16:creationId xmlns:a16="http://schemas.microsoft.com/office/drawing/2014/main" id="{F6443D4D-9F50-CE96-8536-A77E7CDDABAB}"/>
              </a:ext>
            </a:extLst>
          </p:cNvPr>
          <p:cNvSpPr txBox="1"/>
          <p:nvPr/>
        </p:nvSpPr>
        <p:spPr>
          <a:xfrm>
            <a:off x="1544664" y="3438923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Google Shape;1972;p160">
            <a:extLst>
              <a:ext uri="{FF2B5EF4-FFF2-40B4-BE49-F238E27FC236}">
                <a16:creationId xmlns:a16="http://schemas.microsoft.com/office/drawing/2014/main" id="{94C2625A-2E37-7749-9DCE-D59496C7EAFC}"/>
              </a:ext>
            </a:extLst>
          </p:cNvPr>
          <p:cNvSpPr txBox="1"/>
          <p:nvPr/>
        </p:nvSpPr>
        <p:spPr>
          <a:xfrm>
            <a:off x="3455193" y="3473263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Google Shape;1973;p160">
            <a:extLst>
              <a:ext uri="{FF2B5EF4-FFF2-40B4-BE49-F238E27FC236}">
                <a16:creationId xmlns:a16="http://schemas.microsoft.com/office/drawing/2014/main" id="{F2FB7235-D08A-314D-45C9-BAA34B0C2437}"/>
              </a:ext>
            </a:extLst>
          </p:cNvPr>
          <p:cNvSpPr txBox="1"/>
          <p:nvPr/>
        </p:nvSpPr>
        <p:spPr>
          <a:xfrm>
            <a:off x="5046055" y="3498435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8" name="Google Shape;1974;p160">
            <a:extLst>
              <a:ext uri="{FF2B5EF4-FFF2-40B4-BE49-F238E27FC236}">
                <a16:creationId xmlns:a16="http://schemas.microsoft.com/office/drawing/2014/main" id="{5E6C0814-6781-08CF-86F8-35A15E16D02F}"/>
              </a:ext>
            </a:extLst>
          </p:cNvPr>
          <p:cNvCxnSpPr>
            <a:cxnSpLocks/>
          </p:cNvCxnSpPr>
          <p:nvPr/>
        </p:nvCxnSpPr>
        <p:spPr>
          <a:xfrm flipH="1">
            <a:off x="1664114" y="2496644"/>
            <a:ext cx="1446960" cy="50055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9" name="Google Shape;1975;p160">
            <a:extLst>
              <a:ext uri="{FF2B5EF4-FFF2-40B4-BE49-F238E27FC236}">
                <a16:creationId xmlns:a16="http://schemas.microsoft.com/office/drawing/2014/main" id="{B3F25D36-BE80-2630-DE5A-FAD19F649351}"/>
              </a:ext>
            </a:extLst>
          </p:cNvPr>
          <p:cNvCxnSpPr/>
          <p:nvPr/>
        </p:nvCxnSpPr>
        <p:spPr>
          <a:xfrm>
            <a:off x="4454701" y="2489200"/>
            <a:ext cx="1517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0" name="Google Shape;1976;p160">
            <a:extLst>
              <a:ext uri="{FF2B5EF4-FFF2-40B4-BE49-F238E27FC236}">
                <a16:creationId xmlns:a16="http://schemas.microsoft.com/office/drawing/2014/main" id="{C7FE1AC9-5892-1F4A-63CA-09BD1468EA5D}"/>
              </a:ext>
            </a:extLst>
          </p:cNvPr>
          <p:cNvCxnSpPr/>
          <p:nvPr/>
        </p:nvCxnSpPr>
        <p:spPr>
          <a:xfrm>
            <a:off x="2192548" y="4148939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1" name="Google Shape;1977;p160" descr="directory.png">
            <a:extLst>
              <a:ext uri="{FF2B5EF4-FFF2-40B4-BE49-F238E27FC236}">
                <a16:creationId xmlns:a16="http://schemas.microsoft.com/office/drawing/2014/main" id="{0D18C55B-D1DE-6F1A-40F1-A6D63DEAFE0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69254" y="4531367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1978;p160">
            <a:extLst>
              <a:ext uri="{FF2B5EF4-FFF2-40B4-BE49-F238E27FC236}">
                <a16:creationId xmlns:a16="http://schemas.microsoft.com/office/drawing/2014/main" id="{77C48A01-99E3-5876-49D8-8602617B6BB0}"/>
              </a:ext>
            </a:extLst>
          </p:cNvPr>
          <p:cNvSpPr txBox="1"/>
          <p:nvPr/>
        </p:nvSpPr>
        <p:spPr>
          <a:xfrm>
            <a:off x="1754254" y="4918876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Google Shape;1979;p160">
            <a:extLst>
              <a:ext uri="{FF2B5EF4-FFF2-40B4-BE49-F238E27FC236}">
                <a16:creationId xmlns:a16="http://schemas.microsoft.com/office/drawing/2014/main" id="{0BFB8543-7AFB-D860-C5C9-A120C962CA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101" y="32700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980;p160">
            <a:extLst>
              <a:ext uri="{FF2B5EF4-FFF2-40B4-BE49-F238E27FC236}">
                <a16:creationId xmlns:a16="http://schemas.microsoft.com/office/drawing/2014/main" id="{14B72DFD-7825-A335-D740-8DE3F1D2D6B4}"/>
              </a:ext>
            </a:extLst>
          </p:cNvPr>
          <p:cNvSpPr txBox="1"/>
          <p:nvPr/>
        </p:nvSpPr>
        <p:spPr>
          <a:xfrm>
            <a:off x="703984" y="3596639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268144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AD4B05-FE6C-F040-5A0F-469EFDA22D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1985;p161">
            <a:extLst>
              <a:ext uri="{FF2B5EF4-FFF2-40B4-BE49-F238E27FC236}">
                <a16:creationId xmlns:a16="http://schemas.microsoft.com/office/drawing/2014/main" id="{2ADAE744-6220-7741-B9A6-DCE4A7534191}"/>
              </a:ext>
            </a:extLst>
          </p:cNvPr>
          <p:cNvSpPr txBox="1"/>
          <p:nvPr/>
        </p:nvSpPr>
        <p:spPr>
          <a:xfrm>
            <a:off x="5865707" y="3231199"/>
            <a:ext cx="536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Copying Files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986;p161">
            <a:extLst>
              <a:ext uri="{FF2B5EF4-FFF2-40B4-BE49-F238E27FC236}">
                <a16:creationId xmlns:a16="http://schemas.microsoft.com/office/drawing/2014/main" id="{A8E207C2-86B6-5378-D5C4-0A46524F1514}"/>
              </a:ext>
            </a:extLst>
          </p:cNvPr>
          <p:cNvSpPr txBox="1"/>
          <p:nvPr/>
        </p:nvSpPr>
        <p:spPr>
          <a:xfrm>
            <a:off x="5620814" y="3885841"/>
            <a:ext cx="6312105" cy="258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You can also copy entire directories and use this function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to rename files/directories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lang="en-GB"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Move to home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lang="en-GB"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endParaRPr lang="en-GB"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Make a copy of the Data directory here and call it Backup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987;p161">
            <a:extLst>
              <a:ext uri="{FF2B5EF4-FFF2-40B4-BE49-F238E27FC236}">
                <a16:creationId xmlns:a16="http://schemas.microsoft.com/office/drawing/2014/main" id="{16BCD69B-1835-FF94-3E41-782F4CEC6FB3}"/>
              </a:ext>
            </a:extLst>
          </p:cNvPr>
          <p:cNvSpPr/>
          <p:nvPr/>
        </p:nvSpPr>
        <p:spPr>
          <a:xfrm>
            <a:off x="7827307" y="4618768"/>
            <a:ext cx="1354400" cy="43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cd ~</a:t>
            </a:r>
            <a:endParaRPr sz="2400" dirty="0"/>
          </a:p>
        </p:txBody>
      </p:sp>
      <p:sp>
        <p:nvSpPr>
          <p:cNvPr id="6" name="Google Shape;1988;p161">
            <a:extLst>
              <a:ext uri="{FF2B5EF4-FFF2-40B4-BE49-F238E27FC236}">
                <a16:creationId xmlns:a16="http://schemas.microsoft.com/office/drawing/2014/main" id="{B3B6F70F-2210-3064-59CF-64E72AFCF2DA}"/>
              </a:ext>
            </a:extLst>
          </p:cNvPr>
          <p:cNvSpPr/>
          <p:nvPr/>
        </p:nvSpPr>
        <p:spPr>
          <a:xfrm>
            <a:off x="6131267" y="5598582"/>
            <a:ext cx="4494400" cy="50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cp –r ./Data ./Backup</a:t>
            </a:r>
            <a:endParaRPr sz="2400" dirty="0"/>
          </a:p>
        </p:txBody>
      </p:sp>
      <p:sp>
        <p:nvSpPr>
          <p:cNvPr id="7" name="Google Shape;1990;p161">
            <a:extLst>
              <a:ext uri="{FF2B5EF4-FFF2-40B4-BE49-F238E27FC236}">
                <a16:creationId xmlns:a16="http://schemas.microsoft.com/office/drawing/2014/main" id="{4EE7597B-7728-FD04-13BC-357828712572}"/>
              </a:ext>
            </a:extLst>
          </p:cNvPr>
          <p:cNvSpPr txBox="1"/>
          <p:nvPr/>
        </p:nvSpPr>
        <p:spPr>
          <a:xfrm>
            <a:off x="1185127" y="6085840"/>
            <a:ext cx="989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riches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Google Shape;1991;p161">
            <a:extLst>
              <a:ext uri="{FF2B5EF4-FFF2-40B4-BE49-F238E27FC236}">
                <a16:creationId xmlns:a16="http://schemas.microsoft.com/office/drawing/2014/main" id="{A18F781F-3FD4-88B5-BE51-17FAFEE1F6EC}"/>
              </a:ext>
            </a:extLst>
          </p:cNvPr>
          <p:cNvCxnSpPr>
            <a:cxnSpLocks/>
          </p:cNvCxnSpPr>
          <p:nvPr/>
        </p:nvCxnSpPr>
        <p:spPr>
          <a:xfrm>
            <a:off x="1725380" y="5829381"/>
            <a:ext cx="0" cy="35556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9" name="Google Shape;1992;p161" descr="directory.png">
            <a:extLst>
              <a:ext uri="{FF2B5EF4-FFF2-40B4-BE49-F238E27FC236}">
                <a16:creationId xmlns:a16="http://schemas.microsoft.com/office/drawing/2014/main" id="{FE56C9F6-32C0-F52C-261D-8F1D9E6A3AB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73583" y="2156330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993;p161">
            <a:extLst>
              <a:ext uri="{FF2B5EF4-FFF2-40B4-BE49-F238E27FC236}">
                <a16:creationId xmlns:a16="http://schemas.microsoft.com/office/drawing/2014/main" id="{B0A9C620-A323-8262-8FF6-3719A3358EB1}"/>
              </a:ext>
            </a:extLst>
          </p:cNvPr>
          <p:cNvSpPr txBox="1"/>
          <p:nvPr/>
        </p:nvSpPr>
        <p:spPr>
          <a:xfrm>
            <a:off x="10579947" y="1510268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994;p161" descr="directory.png">
            <a:extLst>
              <a:ext uri="{FF2B5EF4-FFF2-40B4-BE49-F238E27FC236}">
                <a16:creationId xmlns:a16="http://schemas.microsoft.com/office/drawing/2014/main" id="{CBA3D7EA-FA66-5BBC-F5BB-C54ACB3226F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79188" y="916496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995;p161" descr="directory.png">
            <a:extLst>
              <a:ext uri="{FF2B5EF4-FFF2-40B4-BE49-F238E27FC236}">
                <a16:creationId xmlns:a16="http://schemas.microsoft.com/office/drawing/2014/main" id="{D590B308-ACD4-CE95-A20A-52D2C97B814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68701" y="1955242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996;p161" descr="directory.png">
            <a:extLst>
              <a:ext uri="{FF2B5EF4-FFF2-40B4-BE49-F238E27FC236}">
                <a16:creationId xmlns:a16="http://schemas.microsoft.com/office/drawing/2014/main" id="{80E6EA2C-7367-3C1C-190B-CC339980860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54838" y="2236138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997;p161" descr="directory.png">
            <a:extLst>
              <a:ext uri="{FF2B5EF4-FFF2-40B4-BE49-F238E27FC236}">
                <a16:creationId xmlns:a16="http://schemas.microsoft.com/office/drawing/2014/main" id="{4EAAF539-37DA-0CB5-2BAC-73F8FA12583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1893" y="3231920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998;p161" descr="directory.png">
            <a:extLst>
              <a:ext uri="{FF2B5EF4-FFF2-40B4-BE49-F238E27FC236}">
                <a16:creationId xmlns:a16="http://schemas.microsoft.com/office/drawing/2014/main" id="{062C2B94-4EAC-135A-7438-C2E42BD1A2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97307" y="3357074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999;p161" descr="directory.png">
            <a:extLst>
              <a:ext uri="{FF2B5EF4-FFF2-40B4-BE49-F238E27FC236}">
                <a16:creationId xmlns:a16="http://schemas.microsoft.com/office/drawing/2014/main" id="{98154C92-4E28-42E7-1E5B-1EADBA698E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89133" y="3276157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000;p161">
            <a:extLst>
              <a:ext uri="{FF2B5EF4-FFF2-40B4-BE49-F238E27FC236}">
                <a16:creationId xmlns:a16="http://schemas.microsoft.com/office/drawing/2014/main" id="{94B3EEB9-88BC-5727-C0D0-3FAAFAD79F5E}"/>
              </a:ext>
            </a:extLst>
          </p:cNvPr>
          <p:cNvSpPr txBox="1"/>
          <p:nvPr/>
        </p:nvSpPr>
        <p:spPr>
          <a:xfrm>
            <a:off x="5712688" y="1221049"/>
            <a:ext cx="366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oogle Shape;2001;p161">
            <a:extLst>
              <a:ext uri="{FF2B5EF4-FFF2-40B4-BE49-F238E27FC236}">
                <a16:creationId xmlns:a16="http://schemas.microsoft.com/office/drawing/2014/main" id="{F476A53A-2B12-EA06-4BDB-4F6B9319C225}"/>
              </a:ext>
            </a:extLst>
          </p:cNvPr>
          <p:cNvSpPr txBox="1"/>
          <p:nvPr/>
        </p:nvSpPr>
        <p:spPr>
          <a:xfrm>
            <a:off x="2831253" y="2325722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Google Shape;2002;p161">
            <a:extLst>
              <a:ext uri="{FF2B5EF4-FFF2-40B4-BE49-F238E27FC236}">
                <a16:creationId xmlns:a16="http://schemas.microsoft.com/office/drawing/2014/main" id="{6A5024DC-9226-668E-0B78-3E6B845A3CF4}"/>
              </a:ext>
            </a:extLst>
          </p:cNvPr>
          <p:cNvSpPr txBox="1"/>
          <p:nvPr/>
        </p:nvSpPr>
        <p:spPr>
          <a:xfrm>
            <a:off x="5784427" y="2547394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2003;p161">
            <a:extLst>
              <a:ext uri="{FF2B5EF4-FFF2-40B4-BE49-F238E27FC236}">
                <a16:creationId xmlns:a16="http://schemas.microsoft.com/office/drawing/2014/main" id="{8A95B927-EF22-773E-A85F-FF8CDD36559F}"/>
              </a:ext>
            </a:extLst>
          </p:cNvPr>
          <p:cNvSpPr txBox="1"/>
          <p:nvPr/>
        </p:nvSpPr>
        <p:spPr>
          <a:xfrm>
            <a:off x="7661254" y="2561249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Google Shape;2004;p161">
            <a:extLst>
              <a:ext uri="{FF2B5EF4-FFF2-40B4-BE49-F238E27FC236}">
                <a16:creationId xmlns:a16="http://schemas.microsoft.com/office/drawing/2014/main" id="{DEAD089D-2342-5D2E-3312-E51BD92B3DA0}"/>
              </a:ext>
            </a:extLst>
          </p:cNvPr>
          <p:cNvCxnSpPr>
            <a:cxnSpLocks/>
          </p:cNvCxnSpPr>
          <p:nvPr/>
        </p:nvCxnSpPr>
        <p:spPr>
          <a:xfrm flipH="1">
            <a:off x="3276128" y="1510268"/>
            <a:ext cx="1809087" cy="49238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2" name="Google Shape;2005;p161">
            <a:extLst>
              <a:ext uri="{FF2B5EF4-FFF2-40B4-BE49-F238E27FC236}">
                <a16:creationId xmlns:a16="http://schemas.microsoft.com/office/drawing/2014/main" id="{36B59E6D-5234-95BA-EAAB-9961CAE015E4}"/>
              </a:ext>
            </a:extLst>
          </p:cNvPr>
          <p:cNvCxnSpPr>
            <a:cxnSpLocks/>
          </p:cNvCxnSpPr>
          <p:nvPr/>
        </p:nvCxnSpPr>
        <p:spPr>
          <a:xfrm>
            <a:off x="6599615" y="1467243"/>
            <a:ext cx="1257023" cy="642609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3" name="Google Shape;2006;p161">
            <a:extLst>
              <a:ext uri="{FF2B5EF4-FFF2-40B4-BE49-F238E27FC236}">
                <a16:creationId xmlns:a16="http://schemas.microsoft.com/office/drawing/2014/main" id="{2608FF64-80AA-B949-7D78-31470826424F}"/>
              </a:ext>
            </a:extLst>
          </p:cNvPr>
          <p:cNvCxnSpPr>
            <a:cxnSpLocks/>
          </p:cNvCxnSpPr>
          <p:nvPr/>
        </p:nvCxnSpPr>
        <p:spPr>
          <a:xfrm>
            <a:off x="6075800" y="1955242"/>
            <a:ext cx="8199" cy="30922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4" name="Google Shape;2007;p161">
            <a:extLst>
              <a:ext uri="{FF2B5EF4-FFF2-40B4-BE49-F238E27FC236}">
                <a16:creationId xmlns:a16="http://schemas.microsoft.com/office/drawing/2014/main" id="{2C7DFB5B-B592-6096-69EB-0D21741E80B4}"/>
              </a:ext>
            </a:extLst>
          </p:cNvPr>
          <p:cNvCxnSpPr/>
          <p:nvPr/>
        </p:nvCxnSpPr>
        <p:spPr>
          <a:xfrm>
            <a:off x="6599615" y="1350546"/>
            <a:ext cx="35900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5" name="Google Shape;2008;p161">
            <a:extLst>
              <a:ext uri="{FF2B5EF4-FFF2-40B4-BE49-F238E27FC236}">
                <a16:creationId xmlns:a16="http://schemas.microsoft.com/office/drawing/2014/main" id="{FE0D7642-B194-595E-F727-BD75CC957C03}"/>
              </a:ext>
            </a:extLst>
          </p:cNvPr>
          <p:cNvSpPr txBox="1"/>
          <p:nvPr/>
        </p:nvSpPr>
        <p:spPr>
          <a:xfrm>
            <a:off x="10078814" y="1703587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 dirty="0"/>
          </a:p>
        </p:txBody>
      </p:sp>
      <p:cxnSp>
        <p:nvCxnSpPr>
          <p:cNvPr id="26" name="Google Shape;2009;p161">
            <a:extLst>
              <a:ext uri="{FF2B5EF4-FFF2-40B4-BE49-F238E27FC236}">
                <a16:creationId xmlns:a16="http://schemas.microsoft.com/office/drawing/2014/main" id="{5DA31640-5321-F5A9-6E83-27B325A38C2D}"/>
              </a:ext>
            </a:extLst>
          </p:cNvPr>
          <p:cNvCxnSpPr>
            <a:cxnSpLocks/>
          </p:cNvCxnSpPr>
          <p:nvPr/>
        </p:nvCxnSpPr>
        <p:spPr>
          <a:xfrm>
            <a:off x="3312804" y="3033218"/>
            <a:ext cx="7697" cy="42672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7" name="Google Shape;2010;p161">
            <a:extLst>
              <a:ext uri="{FF2B5EF4-FFF2-40B4-BE49-F238E27FC236}">
                <a16:creationId xmlns:a16="http://schemas.microsoft.com/office/drawing/2014/main" id="{A973FCE5-3C85-FB5B-566C-9027D34F59A0}"/>
              </a:ext>
            </a:extLst>
          </p:cNvPr>
          <p:cNvSpPr txBox="1"/>
          <p:nvPr/>
        </p:nvSpPr>
        <p:spPr>
          <a:xfrm>
            <a:off x="843449" y="3611473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Google Shape;2011;p161">
            <a:extLst>
              <a:ext uri="{FF2B5EF4-FFF2-40B4-BE49-F238E27FC236}">
                <a16:creationId xmlns:a16="http://schemas.microsoft.com/office/drawing/2014/main" id="{3B65A4A3-78E9-C1C6-4404-097AAD4368DE}"/>
              </a:ext>
            </a:extLst>
          </p:cNvPr>
          <p:cNvSpPr txBox="1"/>
          <p:nvPr/>
        </p:nvSpPr>
        <p:spPr>
          <a:xfrm>
            <a:off x="2756415" y="3611422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Google Shape;2012;p161">
            <a:extLst>
              <a:ext uri="{FF2B5EF4-FFF2-40B4-BE49-F238E27FC236}">
                <a16:creationId xmlns:a16="http://schemas.microsoft.com/office/drawing/2014/main" id="{2D6D9BBA-2148-5B75-17B8-35ABD76227ED}"/>
              </a:ext>
            </a:extLst>
          </p:cNvPr>
          <p:cNvSpPr txBox="1"/>
          <p:nvPr/>
        </p:nvSpPr>
        <p:spPr>
          <a:xfrm>
            <a:off x="4462815" y="3611424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30" name="Google Shape;2013;p161">
            <a:extLst>
              <a:ext uri="{FF2B5EF4-FFF2-40B4-BE49-F238E27FC236}">
                <a16:creationId xmlns:a16="http://schemas.microsoft.com/office/drawing/2014/main" id="{82DDE9B0-365B-D2C4-7BFD-39DF52898FE1}"/>
              </a:ext>
            </a:extLst>
          </p:cNvPr>
          <p:cNvCxnSpPr>
            <a:cxnSpLocks/>
          </p:cNvCxnSpPr>
          <p:nvPr/>
        </p:nvCxnSpPr>
        <p:spPr>
          <a:xfrm flipH="1">
            <a:off x="1433885" y="2572998"/>
            <a:ext cx="948954" cy="644622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1" name="Google Shape;2014;p161">
            <a:extLst>
              <a:ext uri="{FF2B5EF4-FFF2-40B4-BE49-F238E27FC236}">
                <a16:creationId xmlns:a16="http://schemas.microsoft.com/office/drawing/2014/main" id="{617DB814-484D-F2A4-04D6-32DEF91AA399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222418" y="2742953"/>
            <a:ext cx="789115" cy="533204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2" name="Google Shape;2015;p161">
            <a:extLst>
              <a:ext uri="{FF2B5EF4-FFF2-40B4-BE49-F238E27FC236}">
                <a16:creationId xmlns:a16="http://schemas.microsoft.com/office/drawing/2014/main" id="{8AA3AC4F-983E-249A-84DE-CDC54C9020E0}"/>
              </a:ext>
            </a:extLst>
          </p:cNvPr>
          <p:cNvCxnSpPr>
            <a:cxnSpLocks/>
          </p:cNvCxnSpPr>
          <p:nvPr/>
        </p:nvCxnSpPr>
        <p:spPr>
          <a:xfrm>
            <a:off x="1693372" y="4476394"/>
            <a:ext cx="32008" cy="273834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3" name="Google Shape;2016;p161" descr="directory.png">
            <a:extLst>
              <a:ext uri="{FF2B5EF4-FFF2-40B4-BE49-F238E27FC236}">
                <a16:creationId xmlns:a16="http://schemas.microsoft.com/office/drawing/2014/main" id="{30BE73A7-7A4A-3AF2-E1B0-693128DFDF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580" y="4681201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2017;p161">
            <a:extLst>
              <a:ext uri="{FF2B5EF4-FFF2-40B4-BE49-F238E27FC236}">
                <a16:creationId xmlns:a16="http://schemas.microsoft.com/office/drawing/2014/main" id="{E5326343-8EE4-377D-13B4-50B336F6A1AB}"/>
              </a:ext>
            </a:extLst>
          </p:cNvPr>
          <p:cNvSpPr txBox="1"/>
          <p:nvPr/>
        </p:nvSpPr>
        <p:spPr>
          <a:xfrm>
            <a:off x="1276572" y="4998560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Google Shape;2018;p161">
            <a:extLst>
              <a:ext uri="{FF2B5EF4-FFF2-40B4-BE49-F238E27FC236}">
                <a16:creationId xmlns:a16="http://schemas.microsoft.com/office/drawing/2014/main" id="{8C180709-E55B-AE84-4578-CA027DF515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80" y="32700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2019;p161">
            <a:extLst>
              <a:ext uri="{FF2B5EF4-FFF2-40B4-BE49-F238E27FC236}">
                <a16:creationId xmlns:a16="http://schemas.microsoft.com/office/drawing/2014/main" id="{CC774A37-38D1-C23E-4E06-4043402C8289}"/>
              </a:ext>
            </a:extLst>
          </p:cNvPr>
          <p:cNvSpPr txBox="1"/>
          <p:nvPr/>
        </p:nvSpPr>
        <p:spPr>
          <a:xfrm>
            <a:off x="191363" y="3596639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cxnSp>
        <p:nvCxnSpPr>
          <p:cNvPr id="37" name="Google Shape;2020;p161">
            <a:extLst>
              <a:ext uri="{FF2B5EF4-FFF2-40B4-BE49-F238E27FC236}">
                <a16:creationId xmlns:a16="http://schemas.microsoft.com/office/drawing/2014/main" id="{17DA9B7B-C27B-8BEF-D47D-E6A184D9ADD3}"/>
              </a:ext>
            </a:extLst>
          </p:cNvPr>
          <p:cNvCxnSpPr/>
          <p:nvPr/>
        </p:nvCxnSpPr>
        <p:spPr>
          <a:xfrm>
            <a:off x="2251772" y="4285002"/>
            <a:ext cx="64520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8" name="Google Shape;2021;p161">
            <a:extLst>
              <a:ext uri="{FF2B5EF4-FFF2-40B4-BE49-F238E27FC236}">
                <a16:creationId xmlns:a16="http://schemas.microsoft.com/office/drawing/2014/main" id="{EA89F19A-07E4-BE8E-14EA-B22F8E42514E}"/>
              </a:ext>
            </a:extLst>
          </p:cNvPr>
          <p:cNvSpPr txBox="1"/>
          <p:nvPr/>
        </p:nvSpPr>
        <p:spPr>
          <a:xfrm>
            <a:off x="2648840" y="4651810"/>
            <a:ext cx="989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riches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943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241A27-49CA-5252-AF4C-EE48E0D3586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2026;p162">
            <a:extLst>
              <a:ext uri="{FF2B5EF4-FFF2-40B4-BE49-F238E27FC236}">
                <a16:creationId xmlns:a16="http://schemas.microsoft.com/office/drawing/2014/main" id="{B59C7FB4-702F-4584-1C6C-B9090C72FB0C}"/>
              </a:ext>
            </a:extLst>
          </p:cNvPr>
          <p:cNvSpPr txBox="1"/>
          <p:nvPr/>
        </p:nvSpPr>
        <p:spPr>
          <a:xfrm>
            <a:off x="4776534" y="4900764"/>
            <a:ext cx="989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riches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2027;p162">
            <a:extLst>
              <a:ext uri="{FF2B5EF4-FFF2-40B4-BE49-F238E27FC236}">
                <a16:creationId xmlns:a16="http://schemas.microsoft.com/office/drawing/2014/main" id="{E4AA9B41-8014-CC5D-94A6-9EF016858AF7}"/>
              </a:ext>
            </a:extLst>
          </p:cNvPr>
          <p:cNvSpPr txBox="1"/>
          <p:nvPr/>
        </p:nvSpPr>
        <p:spPr>
          <a:xfrm>
            <a:off x="3442186" y="5975006"/>
            <a:ext cx="989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riches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Google Shape;2028;p162">
            <a:extLst>
              <a:ext uri="{FF2B5EF4-FFF2-40B4-BE49-F238E27FC236}">
                <a16:creationId xmlns:a16="http://schemas.microsoft.com/office/drawing/2014/main" id="{4ADDCBFD-B949-4313-AE7F-0AC362A21CD9}"/>
              </a:ext>
            </a:extLst>
          </p:cNvPr>
          <p:cNvCxnSpPr>
            <a:cxnSpLocks/>
          </p:cNvCxnSpPr>
          <p:nvPr/>
        </p:nvCxnSpPr>
        <p:spPr>
          <a:xfrm>
            <a:off x="3950392" y="5777347"/>
            <a:ext cx="0" cy="34175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" name="Google Shape;2029;p162">
            <a:extLst>
              <a:ext uri="{FF2B5EF4-FFF2-40B4-BE49-F238E27FC236}">
                <a16:creationId xmlns:a16="http://schemas.microsoft.com/office/drawing/2014/main" id="{36797A5F-2E6F-419D-A8C9-AA66D340F705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2980672" y="3996199"/>
            <a:ext cx="2290662" cy="904565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7" name="Google Shape;2031;p162">
            <a:extLst>
              <a:ext uri="{FF2B5EF4-FFF2-40B4-BE49-F238E27FC236}">
                <a16:creationId xmlns:a16="http://schemas.microsoft.com/office/drawing/2014/main" id="{D38CBC8A-EA23-6697-327D-F7724394C3FB}"/>
              </a:ext>
            </a:extLst>
          </p:cNvPr>
          <p:cNvSpPr txBox="1"/>
          <p:nvPr/>
        </p:nvSpPr>
        <p:spPr>
          <a:xfrm>
            <a:off x="1905566" y="5975006"/>
            <a:ext cx="989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riches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Google Shape;2032;p162">
            <a:extLst>
              <a:ext uri="{FF2B5EF4-FFF2-40B4-BE49-F238E27FC236}">
                <a16:creationId xmlns:a16="http://schemas.microsoft.com/office/drawing/2014/main" id="{1B129C5C-3270-7C09-C7BC-C91659CC11B3}"/>
              </a:ext>
            </a:extLst>
          </p:cNvPr>
          <p:cNvCxnSpPr>
            <a:cxnSpLocks/>
          </p:cNvCxnSpPr>
          <p:nvPr/>
        </p:nvCxnSpPr>
        <p:spPr>
          <a:xfrm>
            <a:off x="2413772" y="5777347"/>
            <a:ext cx="0" cy="28633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9" name="Google Shape;2033;p162" descr="directory.png">
            <a:extLst>
              <a:ext uri="{FF2B5EF4-FFF2-40B4-BE49-F238E27FC236}">
                <a16:creationId xmlns:a16="http://schemas.microsoft.com/office/drawing/2014/main" id="{B276C89B-F250-C0DF-16F8-5B536ED60F8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92786" y="2211742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034;p162">
            <a:extLst>
              <a:ext uri="{FF2B5EF4-FFF2-40B4-BE49-F238E27FC236}">
                <a16:creationId xmlns:a16="http://schemas.microsoft.com/office/drawing/2014/main" id="{B782544E-B0FB-2C57-96EA-54108FD1E96F}"/>
              </a:ext>
            </a:extLst>
          </p:cNvPr>
          <p:cNvSpPr txBox="1"/>
          <p:nvPr/>
        </p:nvSpPr>
        <p:spPr>
          <a:xfrm>
            <a:off x="11300386" y="1399434"/>
            <a:ext cx="458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2035;p162" descr="directory.png">
            <a:extLst>
              <a:ext uri="{FF2B5EF4-FFF2-40B4-BE49-F238E27FC236}">
                <a16:creationId xmlns:a16="http://schemas.microsoft.com/office/drawing/2014/main" id="{37089EA1-ADDD-B164-649E-8BAFDFFFAE6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9739" y="958075"/>
            <a:ext cx="1158000" cy="11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036;p162" descr="directory.png">
            <a:extLst>
              <a:ext uri="{FF2B5EF4-FFF2-40B4-BE49-F238E27FC236}">
                <a16:creationId xmlns:a16="http://schemas.microsoft.com/office/drawing/2014/main" id="{5311D5AF-2389-7F52-5E8C-61908FF7B4B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89140" y="1761281"/>
            <a:ext cx="1203600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037;p162" descr="directory.png">
            <a:extLst>
              <a:ext uri="{FF2B5EF4-FFF2-40B4-BE49-F238E27FC236}">
                <a16:creationId xmlns:a16="http://schemas.microsoft.com/office/drawing/2014/main" id="{69BC0341-85B7-948A-431F-8F245C7FE34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3931" y="2166868"/>
            <a:ext cx="1203600" cy="1203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038;p162" descr="directory.png">
            <a:extLst>
              <a:ext uri="{FF2B5EF4-FFF2-40B4-BE49-F238E27FC236}">
                <a16:creationId xmlns:a16="http://schemas.microsoft.com/office/drawing/2014/main" id="{7DA50FC8-E20D-B520-064C-6B56E659A9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22910" y="3220743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039;p162" descr="directory.png">
            <a:extLst>
              <a:ext uri="{FF2B5EF4-FFF2-40B4-BE49-F238E27FC236}">
                <a16:creationId xmlns:a16="http://schemas.microsoft.com/office/drawing/2014/main" id="{8EACB928-2979-316E-C16E-3A4B343A67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89139" y="2957499"/>
            <a:ext cx="1244800" cy="1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040;p162" descr="directory.png">
            <a:extLst>
              <a:ext uri="{FF2B5EF4-FFF2-40B4-BE49-F238E27FC236}">
                <a16:creationId xmlns:a16="http://schemas.microsoft.com/office/drawing/2014/main" id="{FCEA2962-268F-C1D9-506F-3736CFCA62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09572" y="2957499"/>
            <a:ext cx="1244800" cy="12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041;p162">
            <a:extLst>
              <a:ext uri="{FF2B5EF4-FFF2-40B4-BE49-F238E27FC236}">
                <a16:creationId xmlns:a16="http://schemas.microsoft.com/office/drawing/2014/main" id="{3A12E68F-ED82-AB5E-0AAA-83212D8F158A}"/>
              </a:ext>
            </a:extLst>
          </p:cNvPr>
          <p:cNvSpPr txBox="1"/>
          <p:nvPr/>
        </p:nvSpPr>
        <p:spPr>
          <a:xfrm>
            <a:off x="6613239" y="1262628"/>
            <a:ext cx="3660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400"/>
          </a:p>
        </p:txBody>
      </p:sp>
      <p:sp>
        <p:nvSpPr>
          <p:cNvPr id="18" name="Google Shape;2042;p162">
            <a:extLst>
              <a:ext uri="{FF2B5EF4-FFF2-40B4-BE49-F238E27FC236}">
                <a16:creationId xmlns:a16="http://schemas.microsoft.com/office/drawing/2014/main" id="{E15BD4D8-64FE-6D93-AA6E-C3FEFDFACEF2}"/>
              </a:ext>
            </a:extLst>
          </p:cNvPr>
          <p:cNvSpPr txBox="1"/>
          <p:nvPr/>
        </p:nvSpPr>
        <p:spPr>
          <a:xfrm>
            <a:off x="3551692" y="2131761"/>
            <a:ext cx="970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home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Google Shape;2043;p162">
            <a:extLst>
              <a:ext uri="{FF2B5EF4-FFF2-40B4-BE49-F238E27FC236}">
                <a16:creationId xmlns:a16="http://schemas.microsoft.com/office/drawing/2014/main" id="{983BFD25-95B8-2633-525E-C5FAC9F0F71E}"/>
              </a:ext>
            </a:extLst>
          </p:cNvPr>
          <p:cNvSpPr txBox="1"/>
          <p:nvPr/>
        </p:nvSpPr>
        <p:spPr>
          <a:xfrm>
            <a:off x="7003630" y="2602806"/>
            <a:ext cx="6404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bin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2044;p162">
            <a:extLst>
              <a:ext uri="{FF2B5EF4-FFF2-40B4-BE49-F238E27FC236}">
                <a16:creationId xmlns:a16="http://schemas.microsoft.com/office/drawing/2014/main" id="{02E013A3-F72A-862F-F12F-0DD947948EB9}"/>
              </a:ext>
            </a:extLst>
          </p:cNvPr>
          <p:cNvSpPr txBox="1"/>
          <p:nvPr/>
        </p:nvSpPr>
        <p:spPr>
          <a:xfrm>
            <a:off x="8700347" y="2491979"/>
            <a:ext cx="549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lib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Google Shape;2045;p162">
            <a:extLst>
              <a:ext uri="{FF2B5EF4-FFF2-40B4-BE49-F238E27FC236}">
                <a16:creationId xmlns:a16="http://schemas.microsoft.com/office/drawing/2014/main" id="{884BF10E-D813-14A3-F842-A9C9D775031E}"/>
              </a:ext>
            </a:extLst>
          </p:cNvPr>
          <p:cNvCxnSpPr>
            <a:cxnSpLocks/>
          </p:cNvCxnSpPr>
          <p:nvPr/>
        </p:nvCxnSpPr>
        <p:spPr>
          <a:xfrm flipH="1">
            <a:off x="4634038" y="1508822"/>
            <a:ext cx="1394527" cy="49968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2" name="Google Shape;2046;p162">
            <a:extLst>
              <a:ext uri="{FF2B5EF4-FFF2-40B4-BE49-F238E27FC236}">
                <a16:creationId xmlns:a16="http://schemas.microsoft.com/office/drawing/2014/main" id="{792C6AC4-6140-9DA7-7725-2B9D8719FD5D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403030" y="1547105"/>
            <a:ext cx="1492701" cy="61976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3" name="Google Shape;2047;p162">
            <a:extLst>
              <a:ext uri="{FF2B5EF4-FFF2-40B4-BE49-F238E27FC236}">
                <a16:creationId xmlns:a16="http://schemas.microsoft.com/office/drawing/2014/main" id="{5A67A63E-43E3-EA4C-6B37-85D31145B224}"/>
              </a:ext>
            </a:extLst>
          </p:cNvPr>
          <p:cNvCxnSpPr>
            <a:cxnSpLocks/>
          </p:cNvCxnSpPr>
          <p:nvPr/>
        </p:nvCxnSpPr>
        <p:spPr>
          <a:xfrm>
            <a:off x="7003630" y="1945395"/>
            <a:ext cx="15726" cy="29606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4" name="Google Shape;2048;p162">
            <a:extLst>
              <a:ext uri="{FF2B5EF4-FFF2-40B4-BE49-F238E27FC236}">
                <a16:creationId xmlns:a16="http://schemas.microsoft.com/office/drawing/2014/main" id="{45584EEB-12D3-7FDC-2607-AE90CFC0420E}"/>
              </a:ext>
            </a:extLst>
          </p:cNvPr>
          <p:cNvCxnSpPr>
            <a:cxnSpLocks/>
          </p:cNvCxnSpPr>
          <p:nvPr/>
        </p:nvCxnSpPr>
        <p:spPr>
          <a:xfrm>
            <a:off x="7454547" y="1401909"/>
            <a:ext cx="3338147" cy="809833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5" name="Google Shape;2049;p162">
            <a:extLst>
              <a:ext uri="{FF2B5EF4-FFF2-40B4-BE49-F238E27FC236}">
                <a16:creationId xmlns:a16="http://schemas.microsoft.com/office/drawing/2014/main" id="{E370FA51-0259-E8F0-9904-E10B5988EE87}"/>
              </a:ext>
            </a:extLst>
          </p:cNvPr>
          <p:cNvSpPr txBox="1"/>
          <p:nvPr/>
        </p:nvSpPr>
        <p:spPr>
          <a:xfrm>
            <a:off x="10680102" y="2008508"/>
            <a:ext cx="458800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2400" dirty="0"/>
          </a:p>
        </p:txBody>
      </p:sp>
      <p:cxnSp>
        <p:nvCxnSpPr>
          <p:cNvPr id="26" name="Google Shape;2050;p162">
            <a:extLst>
              <a:ext uri="{FF2B5EF4-FFF2-40B4-BE49-F238E27FC236}">
                <a16:creationId xmlns:a16="http://schemas.microsoft.com/office/drawing/2014/main" id="{E1C5E010-B74E-68E0-868D-2EC09A350414}"/>
              </a:ext>
            </a:extLst>
          </p:cNvPr>
          <p:cNvCxnSpPr>
            <a:cxnSpLocks/>
          </p:cNvCxnSpPr>
          <p:nvPr/>
        </p:nvCxnSpPr>
        <p:spPr>
          <a:xfrm>
            <a:off x="3950392" y="2787451"/>
            <a:ext cx="48432" cy="27461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7" name="Google Shape;2051;p162">
            <a:extLst>
              <a:ext uri="{FF2B5EF4-FFF2-40B4-BE49-F238E27FC236}">
                <a16:creationId xmlns:a16="http://schemas.microsoft.com/office/drawing/2014/main" id="{02B88EE6-E180-D4B7-F290-1C10EAB6BC7F}"/>
              </a:ext>
            </a:extLst>
          </p:cNvPr>
          <p:cNvSpPr txBox="1"/>
          <p:nvPr/>
        </p:nvSpPr>
        <p:spPr>
          <a:xfrm>
            <a:off x="1636286" y="3556006"/>
            <a:ext cx="14352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genomics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Google Shape;2052;p162">
            <a:extLst>
              <a:ext uri="{FF2B5EF4-FFF2-40B4-BE49-F238E27FC236}">
                <a16:creationId xmlns:a16="http://schemas.microsoft.com/office/drawing/2014/main" id="{E9B79E4F-55B8-6061-37E8-5217AE5FA3DE}"/>
              </a:ext>
            </a:extLst>
          </p:cNvPr>
          <p:cNvSpPr txBox="1"/>
          <p:nvPr/>
        </p:nvSpPr>
        <p:spPr>
          <a:xfrm>
            <a:off x="3476854" y="3292766"/>
            <a:ext cx="112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master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Google Shape;2053;p162">
            <a:extLst>
              <a:ext uri="{FF2B5EF4-FFF2-40B4-BE49-F238E27FC236}">
                <a16:creationId xmlns:a16="http://schemas.microsoft.com/office/drawing/2014/main" id="{C7921860-F715-7534-542B-E6CDA97E123C}"/>
              </a:ext>
            </a:extLst>
          </p:cNvPr>
          <p:cNvSpPr txBox="1"/>
          <p:nvPr/>
        </p:nvSpPr>
        <p:spPr>
          <a:xfrm>
            <a:off x="5183254" y="3292766"/>
            <a:ext cx="1158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GB" sz="200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ubuntu</a:t>
            </a:r>
            <a:endParaRPr sz="200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30" name="Google Shape;2054;p162">
            <a:extLst>
              <a:ext uri="{FF2B5EF4-FFF2-40B4-BE49-F238E27FC236}">
                <a16:creationId xmlns:a16="http://schemas.microsoft.com/office/drawing/2014/main" id="{0A6AEA08-D205-C002-86E4-301DEC2AF6A3}"/>
              </a:ext>
            </a:extLst>
          </p:cNvPr>
          <p:cNvCxnSpPr>
            <a:cxnSpLocks/>
          </p:cNvCxnSpPr>
          <p:nvPr/>
        </p:nvCxnSpPr>
        <p:spPr>
          <a:xfrm flipH="1">
            <a:off x="2286894" y="2490887"/>
            <a:ext cx="1025245" cy="722387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1" name="Google Shape;2055;p162">
            <a:extLst>
              <a:ext uri="{FF2B5EF4-FFF2-40B4-BE49-F238E27FC236}">
                <a16:creationId xmlns:a16="http://schemas.microsoft.com/office/drawing/2014/main" id="{A8D2C014-928A-A84A-90F1-D8352177039B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649101" y="2448030"/>
            <a:ext cx="1082871" cy="509469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32" name="Google Shape;2056;p162">
            <a:extLst>
              <a:ext uri="{FF2B5EF4-FFF2-40B4-BE49-F238E27FC236}">
                <a16:creationId xmlns:a16="http://schemas.microsoft.com/office/drawing/2014/main" id="{EFC35BCF-D43C-4D04-CDCF-0C67FD12F09E}"/>
              </a:ext>
            </a:extLst>
          </p:cNvPr>
          <p:cNvCxnSpPr/>
          <p:nvPr/>
        </p:nvCxnSpPr>
        <p:spPr>
          <a:xfrm>
            <a:off x="2413772" y="4376492"/>
            <a:ext cx="0" cy="508000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pic>
        <p:nvPicPr>
          <p:cNvPr id="33" name="Google Shape;2057;p162" descr="directory.png">
            <a:extLst>
              <a:ext uri="{FF2B5EF4-FFF2-40B4-BE49-F238E27FC236}">
                <a16:creationId xmlns:a16="http://schemas.microsoft.com/office/drawing/2014/main" id="{A1D9BA92-B473-29AC-0AA5-BEC231E1FE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77072" y="4766904"/>
            <a:ext cx="1203600" cy="12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2058;p162">
            <a:extLst>
              <a:ext uri="{FF2B5EF4-FFF2-40B4-BE49-F238E27FC236}">
                <a16:creationId xmlns:a16="http://schemas.microsoft.com/office/drawing/2014/main" id="{C1A67DBD-F1A8-8363-3F4A-A8364FB41B4E}"/>
              </a:ext>
            </a:extLst>
          </p:cNvPr>
          <p:cNvSpPr txBox="1"/>
          <p:nvPr/>
        </p:nvSpPr>
        <p:spPr>
          <a:xfrm>
            <a:off x="1997011" y="5085429"/>
            <a:ext cx="8336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Google Shape;2059;p162">
            <a:extLst>
              <a:ext uri="{FF2B5EF4-FFF2-40B4-BE49-F238E27FC236}">
                <a16:creationId xmlns:a16="http://schemas.microsoft.com/office/drawing/2014/main" id="{768AA808-D353-EF15-4224-7B78496CEF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2919" y="315917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2060;p162">
            <a:extLst>
              <a:ext uri="{FF2B5EF4-FFF2-40B4-BE49-F238E27FC236}">
                <a16:creationId xmlns:a16="http://schemas.microsoft.com/office/drawing/2014/main" id="{8FF9E411-2984-6D0A-8A42-317B2A1E702C}"/>
              </a:ext>
            </a:extLst>
          </p:cNvPr>
          <p:cNvSpPr txBox="1"/>
          <p:nvPr/>
        </p:nvSpPr>
        <p:spPr>
          <a:xfrm>
            <a:off x="803039" y="3395357"/>
            <a:ext cx="5528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</a:t>
            </a:r>
            <a:endParaRPr sz="2400"/>
          </a:p>
        </p:txBody>
      </p:sp>
      <p:pic>
        <p:nvPicPr>
          <p:cNvPr id="37" name="Google Shape;2061;p162" descr="directory.png">
            <a:extLst>
              <a:ext uri="{FF2B5EF4-FFF2-40B4-BE49-F238E27FC236}">
                <a16:creationId xmlns:a16="http://schemas.microsoft.com/office/drawing/2014/main" id="{24520744-06A8-3FEA-FB0B-2D068CF9C23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12139" y="4766904"/>
            <a:ext cx="1203600" cy="1203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Google Shape;2062;p162">
            <a:extLst>
              <a:ext uri="{FF2B5EF4-FFF2-40B4-BE49-F238E27FC236}">
                <a16:creationId xmlns:a16="http://schemas.microsoft.com/office/drawing/2014/main" id="{9402E65E-5001-F00F-6C7A-4857AEA84592}"/>
              </a:ext>
            </a:extLst>
          </p:cNvPr>
          <p:cNvCxnSpPr>
            <a:cxnSpLocks/>
          </p:cNvCxnSpPr>
          <p:nvPr/>
        </p:nvCxnSpPr>
        <p:spPr>
          <a:xfrm>
            <a:off x="2948540" y="4245612"/>
            <a:ext cx="807139" cy="472422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9" name="Google Shape;2063;p162">
            <a:extLst>
              <a:ext uri="{FF2B5EF4-FFF2-40B4-BE49-F238E27FC236}">
                <a16:creationId xmlns:a16="http://schemas.microsoft.com/office/drawing/2014/main" id="{A6238A9D-FBBF-6129-0822-EE4DD758318B}"/>
              </a:ext>
            </a:extLst>
          </p:cNvPr>
          <p:cNvSpPr txBox="1"/>
          <p:nvPr/>
        </p:nvSpPr>
        <p:spPr>
          <a:xfrm>
            <a:off x="3308739" y="5066237"/>
            <a:ext cx="13868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Backup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5768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B534AC-89C5-F168-2AE6-C73FDB03F2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2068;p163">
            <a:extLst>
              <a:ext uri="{FF2B5EF4-FFF2-40B4-BE49-F238E27FC236}">
                <a16:creationId xmlns:a16="http://schemas.microsoft.com/office/drawing/2014/main" id="{D5DD50C3-9EE8-2FFA-575E-FCA78AF50B41}"/>
              </a:ext>
            </a:extLst>
          </p:cNvPr>
          <p:cNvSpPr txBox="1"/>
          <p:nvPr/>
        </p:nvSpPr>
        <p:spPr>
          <a:xfrm>
            <a:off x="4083662" y="1078054"/>
            <a:ext cx="6459647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Typical File Sizes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oogle Shape;2069;p163">
            <a:extLst>
              <a:ext uri="{FF2B5EF4-FFF2-40B4-BE49-F238E27FC236}">
                <a16:creationId xmlns:a16="http://schemas.microsoft.com/office/drawing/2014/main" id="{C9920E67-8A9F-4C82-C09A-8F2EA24BF3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2990"/>
          <a:stretch/>
        </p:blipFill>
        <p:spPr>
          <a:xfrm>
            <a:off x="541252" y="1870054"/>
            <a:ext cx="3010400" cy="21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70;p163">
            <a:extLst>
              <a:ext uri="{FF2B5EF4-FFF2-40B4-BE49-F238E27FC236}">
                <a16:creationId xmlns:a16="http://schemas.microsoft.com/office/drawing/2014/main" id="{E36D8BFA-B939-F2DE-54E6-D484239BDC45}"/>
              </a:ext>
            </a:extLst>
          </p:cNvPr>
          <p:cNvSpPr txBox="1"/>
          <p:nvPr/>
        </p:nvSpPr>
        <p:spPr>
          <a:xfrm>
            <a:off x="3768436" y="1932568"/>
            <a:ext cx="7707284" cy="3955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One Sequencing Sample on the Illumina 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NextSeq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3,000,000 reads = 1 Gb</a:t>
            </a:r>
          </a:p>
          <a:p>
            <a:pPr algn="ctr">
              <a:buClr>
                <a:srgbClr val="000000"/>
              </a:buClr>
              <a:buSzPts val="2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But typically you will sequence more than one sample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You may have different patients, different locations, replicates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etc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…</a:t>
            </a:r>
          </a:p>
          <a:p>
            <a:pPr algn="ctr">
              <a:buClr>
                <a:srgbClr val="000000"/>
              </a:buClr>
              <a:buSzPts val="2000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 size of the sequencing data file can easily become 100s of Gb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2000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(or even bigger depending on the sequencer used)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>
              <a:buClr>
                <a:srgbClr val="000000"/>
              </a:buClr>
              <a:buSzPts val="20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Google Shape;2071;p163">
            <a:extLst>
              <a:ext uri="{FF2B5EF4-FFF2-40B4-BE49-F238E27FC236}">
                <a16:creationId xmlns:a16="http://schemas.microsoft.com/office/drawing/2014/main" id="{4216DAD3-505D-7BB8-969A-DD47DD22A124}"/>
              </a:ext>
            </a:extLst>
          </p:cNvPr>
          <p:cNvSpPr txBox="1"/>
          <p:nvPr/>
        </p:nvSpPr>
        <p:spPr>
          <a:xfrm>
            <a:off x="4225636" y="2815143"/>
            <a:ext cx="7707284" cy="2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2000"/>
            </a:pP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4448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D0801B-CC63-806E-DF95-94BB7BD87B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2078;p164">
            <a:extLst>
              <a:ext uri="{FF2B5EF4-FFF2-40B4-BE49-F238E27FC236}">
                <a16:creationId xmlns:a16="http://schemas.microsoft.com/office/drawing/2014/main" id="{06EBFA6A-356A-4C79-B13E-662C463A9D72}"/>
              </a:ext>
            </a:extLst>
          </p:cNvPr>
          <p:cNvSpPr txBox="1"/>
          <p:nvPr/>
        </p:nvSpPr>
        <p:spPr>
          <a:xfrm>
            <a:off x="663787" y="1051658"/>
            <a:ext cx="10864400" cy="7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Archived/Compressed Files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079;p164">
            <a:extLst>
              <a:ext uri="{FF2B5EF4-FFF2-40B4-BE49-F238E27FC236}">
                <a16:creationId xmlns:a16="http://schemas.microsoft.com/office/drawing/2014/main" id="{1B770DEF-FAC3-B95B-644E-88B74B2907FA}"/>
              </a:ext>
            </a:extLst>
          </p:cNvPr>
          <p:cNvSpPr txBox="1"/>
          <p:nvPr/>
        </p:nvSpPr>
        <p:spPr>
          <a:xfrm>
            <a:off x="805284" y="1762247"/>
            <a:ext cx="10581600" cy="443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Commonly, people will archive directories and compress large files so that they are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easier to store or share. Here’s an example: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sequences.tar.gz</a:t>
            </a:r>
            <a:endParaRPr sz="2000" b="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.tar – means that it is a tape archived directory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</a:t>
            </a:r>
            <a:r>
              <a:rPr lang="en-GB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gz</a:t>
            </a: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means that it is </a:t>
            </a:r>
            <a:r>
              <a:rPr lang="en-GB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gzipped</a:t>
            </a: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file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These can be used alone or in combination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To uncompress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 Tar Archive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(x = extract, v = verbose, f = all files)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 </a:t>
            </a:r>
            <a:r>
              <a:rPr lang="en-GB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Gzipped</a:t>
            </a: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file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 </a:t>
            </a:r>
            <a:r>
              <a:rPr lang="en-GB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Gzipped</a:t>
            </a: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Tar archive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6567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A49572-9003-50C5-671B-0A551D3321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48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2128;p169">
            <a:extLst>
              <a:ext uri="{FF2B5EF4-FFF2-40B4-BE49-F238E27FC236}">
                <a16:creationId xmlns:a16="http://schemas.microsoft.com/office/drawing/2014/main" id="{8FD16E3B-D058-7E10-CFB1-471691C7A356}"/>
              </a:ext>
            </a:extLst>
          </p:cNvPr>
          <p:cNvSpPr txBox="1"/>
          <p:nvPr/>
        </p:nvSpPr>
        <p:spPr>
          <a:xfrm>
            <a:off x="371720" y="1587193"/>
            <a:ext cx="11561200" cy="400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These are pieces of software which can be used to edit files.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Think of them as Unix versions of Notepad.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Some have an interactive user interface – E.G.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gedit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Some work from within the command line – E.G. nano, vim, emacs</a:t>
            </a:r>
          </a:p>
          <a:p>
            <a:pPr algn="ctr"/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Use nano to open the scientists.txt file and add yourself to the list!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2129;p169" descr="gedit-logo.png">
            <a:extLst>
              <a:ext uri="{FF2B5EF4-FFF2-40B4-BE49-F238E27FC236}">
                <a16:creationId xmlns:a16="http://schemas.microsoft.com/office/drawing/2014/main" id="{C5D2786C-364A-617C-ABE2-64FCBB0AF1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036" y="5516612"/>
            <a:ext cx="2424167" cy="792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30;p169" descr="nano-editor-800px.jpg">
            <a:extLst>
              <a:ext uri="{FF2B5EF4-FFF2-40B4-BE49-F238E27FC236}">
                <a16:creationId xmlns:a16="http://schemas.microsoft.com/office/drawing/2014/main" id="{1ACA9EFC-297A-9B36-BEAD-F902FD6BAC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708"/>
          <a:stretch/>
        </p:blipFill>
        <p:spPr>
          <a:xfrm>
            <a:off x="3248452" y="5577199"/>
            <a:ext cx="3163549" cy="864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131;p169" descr="vim-editor_logo-300x300.png">
            <a:extLst>
              <a:ext uri="{FF2B5EF4-FFF2-40B4-BE49-F238E27FC236}">
                <a16:creationId xmlns:a16="http://schemas.microsoft.com/office/drawing/2014/main" id="{D7D8C52F-EF0A-C4BB-B57A-2E7F87D1BD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5634" y="5530085"/>
            <a:ext cx="1543967" cy="1038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32;p169" descr="emacs_logo.png">
            <a:extLst>
              <a:ext uri="{FF2B5EF4-FFF2-40B4-BE49-F238E27FC236}">
                <a16:creationId xmlns:a16="http://schemas.microsoft.com/office/drawing/2014/main" id="{9C0404F9-1735-3728-7138-232CFAFF42D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87835" y="5450117"/>
            <a:ext cx="1971268" cy="11981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133;p169">
            <a:extLst>
              <a:ext uri="{FF2B5EF4-FFF2-40B4-BE49-F238E27FC236}">
                <a16:creationId xmlns:a16="http://schemas.microsoft.com/office/drawing/2014/main" id="{7C550397-A93F-AAA5-9924-F23EC971E17F}"/>
              </a:ext>
            </a:extLst>
          </p:cNvPr>
          <p:cNvSpPr txBox="1">
            <a:spLocks/>
          </p:cNvSpPr>
          <p:nvPr/>
        </p:nvSpPr>
        <p:spPr>
          <a:xfrm>
            <a:off x="1632120" y="916959"/>
            <a:ext cx="90404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GB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Text Editors</a:t>
            </a:r>
          </a:p>
        </p:txBody>
      </p:sp>
      <p:sp>
        <p:nvSpPr>
          <p:cNvPr id="9" name="Google Shape;2135;p169">
            <a:extLst>
              <a:ext uri="{FF2B5EF4-FFF2-40B4-BE49-F238E27FC236}">
                <a16:creationId xmlns:a16="http://schemas.microsoft.com/office/drawing/2014/main" id="{AA879AF3-79BA-0CB5-8898-342646558475}"/>
              </a:ext>
            </a:extLst>
          </p:cNvPr>
          <p:cNvSpPr/>
          <p:nvPr/>
        </p:nvSpPr>
        <p:spPr>
          <a:xfrm>
            <a:off x="1452533" y="4385300"/>
            <a:ext cx="9286800" cy="41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nano ~/workshop_materials/unix/scientists.txt</a:t>
            </a:r>
            <a:endParaRPr sz="2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2746182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F586B0-6CBE-9464-77BE-D7DF30109B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49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2181;p175">
            <a:extLst>
              <a:ext uri="{FF2B5EF4-FFF2-40B4-BE49-F238E27FC236}">
                <a16:creationId xmlns:a16="http://schemas.microsoft.com/office/drawing/2014/main" id="{AAE592EB-4BE5-BAD7-C7CD-6608AF4542FE}"/>
              </a:ext>
            </a:extLst>
          </p:cNvPr>
          <p:cNvSpPr txBox="1">
            <a:spLocks/>
          </p:cNvSpPr>
          <p:nvPr/>
        </p:nvSpPr>
        <p:spPr>
          <a:xfrm>
            <a:off x="809547" y="916161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GB" sz="36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Software Installation</a:t>
            </a:r>
          </a:p>
        </p:txBody>
      </p:sp>
      <p:sp>
        <p:nvSpPr>
          <p:cNvPr id="4" name="Google Shape;2182;p175">
            <a:extLst>
              <a:ext uri="{FF2B5EF4-FFF2-40B4-BE49-F238E27FC236}">
                <a16:creationId xmlns:a16="http://schemas.microsoft.com/office/drawing/2014/main" id="{91378E8E-1DB9-2112-7C37-1FB05471418C}"/>
              </a:ext>
            </a:extLst>
          </p:cNvPr>
          <p:cNvSpPr txBox="1"/>
          <p:nvPr/>
        </p:nvSpPr>
        <p:spPr>
          <a:xfrm>
            <a:off x="949147" y="1679761"/>
            <a:ext cx="107276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 “get and compile” method!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Get the software from somewhere and then install it manually.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2183;p175">
            <a:extLst>
              <a:ext uri="{FF2B5EF4-FFF2-40B4-BE49-F238E27FC236}">
                <a16:creationId xmlns:a16="http://schemas.microsoft.com/office/drawing/2014/main" id="{E191273E-9F39-89FF-9B9F-56D50A7A8A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13532" y="2608718"/>
            <a:ext cx="2398830" cy="14615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184;p175">
            <a:extLst>
              <a:ext uri="{FF2B5EF4-FFF2-40B4-BE49-F238E27FC236}">
                <a16:creationId xmlns:a16="http://schemas.microsoft.com/office/drawing/2014/main" id="{FE7AC721-46BB-BD1A-6B52-D2AA1B2364AB}"/>
              </a:ext>
            </a:extLst>
          </p:cNvPr>
          <p:cNvSpPr txBox="1"/>
          <p:nvPr/>
        </p:nvSpPr>
        <p:spPr>
          <a:xfrm>
            <a:off x="809547" y="4137535"/>
            <a:ext cx="11006800" cy="19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just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 is a fantastic repository containing a lot of bioinformatics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software! It works using git so it’s easy to download.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There are others… 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sourceforge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personal webpages etc...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Commonly 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wget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is used with these! 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78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79AABC-E894-F491-E43B-983B985249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50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2173;p174">
            <a:extLst>
              <a:ext uri="{FF2B5EF4-FFF2-40B4-BE49-F238E27FC236}">
                <a16:creationId xmlns:a16="http://schemas.microsoft.com/office/drawing/2014/main" id="{CC633EBD-804E-317B-8BFE-D2C57D5B72FB}"/>
              </a:ext>
            </a:extLst>
          </p:cNvPr>
          <p:cNvSpPr txBox="1">
            <a:spLocks/>
          </p:cNvSpPr>
          <p:nvPr/>
        </p:nvSpPr>
        <p:spPr>
          <a:xfrm>
            <a:off x="881899" y="1178498"/>
            <a:ext cx="10428202" cy="7539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24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IT IS NOT AS EASY AS IT </a:t>
            </a:r>
            <a:br>
              <a:rPr lang="en-US" sz="24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24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SOUNDS</a:t>
            </a:r>
          </a:p>
        </p:txBody>
      </p:sp>
      <p:pic>
        <p:nvPicPr>
          <p:cNvPr id="4" name="Google Shape;2174;p174">
            <a:extLst>
              <a:ext uri="{FF2B5EF4-FFF2-40B4-BE49-F238E27FC236}">
                <a16:creationId xmlns:a16="http://schemas.microsoft.com/office/drawing/2014/main" id="{A6D101D2-BA55-2DA9-9D5C-94A9ACA9A9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59000" y="2092114"/>
            <a:ext cx="4874000" cy="41679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74890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2D6DAC-8769-CE75-A045-60893E2698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2228;p180">
            <a:extLst>
              <a:ext uri="{FF2B5EF4-FFF2-40B4-BE49-F238E27FC236}">
                <a16:creationId xmlns:a16="http://schemas.microsoft.com/office/drawing/2014/main" id="{6CB81F7B-4C96-0620-D91D-3E8BDA01ECFB}"/>
              </a:ext>
            </a:extLst>
          </p:cNvPr>
          <p:cNvSpPr txBox="1">
            <a:spLocks/>
          </p:cNvSpPr>
          <p:nvPr/>
        </p:nvSpPr>
        <p:spPr>
          <a:xfrm>
            <a:off x="415599" y="1160042"/>
            <a:ext cx="11360800" cy="6474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GB" sz="32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Dependencies</a:t>
            </a:r>
          </a:p>
        </p:txBody>
      </p:sp>
      <p:pic>
        <p:nvPicPr>
          <p:cNvPr id="4" name="Google Shape;2229;p180">
            <a:extLst>
              <a:ext uri="{FF2B5EF4-FFF2-40B4-BE49-F238E27FC236}">
                <a16:creationId xmlns:a16="http://schemas.microsoft.com/office/drawing/2014/main" id="{BB5C871B-A380-C5C4-8EFB-6F7BCB943FC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69316" y="3435634"/>
            <a:ext cx="4383995" cy="26026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230;p180">
            <a:extLst>
              <a:ext uri="{FF2B5EF4-FFF2-40B4-BE49-F238E27FC236}">
                <a16:creationId xmlns:a16="http://schemas.microsoft.com/office/drawing/2014/main" id="{B17A4BDE-0281-B505-3D41-8B6BDC223C72}"/>
              </a:ext>
            </a:extLst>
          </p:cNvPr>
          <p:cNvSpPr txBox="1"/>
          <p:nvPr/>
        </p:nvSpPr>
        <p:spPr>
          <a:xfrm>
            <a:off x="789709" y="2006023"/>
            <a:ext cx="11143211" cy="123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 lot of software needs other software to work…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Which in turn needs other software..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Which also needs other software...</a:t>
            </a:r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31665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BD6114-86FD-EB59-8ED1-FD9D8C9DAA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52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Google Shape;2237;p181">
            <a:extLst>
              <a:ext uri="{FF2B5EF4-FFF2-40B4-BE49-F238E27FC236}">
                <a16:creationId xmlns:a16="http://schemas.microsoft.com/office/drawing/2014/main" id="{B32D91CF-CB17-2487-DDB9-898BE67423A8}"/>
              </a:ext>
            </a:extLst>
          </p:cNvPr>
          <p:cNvSpPr txBox="1">
            <a:spLocks/>
          </p:cNvSpPr>
          <p:nvPr/>
        </p:nvSpPr>
        <p:spPr>
          <a:xfrm>
            <a:off x="415600" y="102392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GB" sz="36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Software Managers</a:t>
            </a:r>
          </a:p>
        </p:txBody>
      </p:sp>
      <p:grpSp>
        <p:nvGrpSpPr>
          <p:cNvPr id="4" name="Google Shape;2238;p181">
            <a:extLst>
              <a:ext uri="{FF2B5EF4-FFF2-40B4-BE49-F238E27FC236}">
                <a16:creationId xmlns:a16="http://schemas.microsoft.com/office/drawing/2014/main" id="{3D478006-DFE8-D7E0-CD83-FBC0A88CAD61}"/>
              </a:ext>
            </a:extLst>
          </p:cNvPr>
          <p:cNvGrpSpPr/>
          <p:nvPr/>
        </p:nvGrpSpPr>
        <p:grpSpPr>
          <a:xfrm>
            <a:off x="2544400" y="2043093"/>
            <a:ext cx="5616000" cy="537256"/>
            <a:chOff x="54404" y="1984517"/>
            <a:chExt cx="4212000" cy="537256"/>
          </a:xfrm>
        </p:grpSpPr>
        <p:sp>
          <p:nvSpPr>
            <p:cNvPr id="5" name="Google Shape;2239;p181">
              <a:extLst>
                <a:ext uri="{FF2B5EF4-FFF2-40B4-BE49-F238E27FC236}">
                  <a16:creationId xmlns:a16="http://schemas.microsoft.com/office/drawing/2014/main" id="{4CE95082-A2ED-4397-A7CD-0C15AFD27A82}"/>
                </a:ext>
              </a:extLst>
            </p:cNvPr>
            <p:cNvSpPr/>
            <p:nvPr/>
          </p:nvSpPr>
          <p:spPr>
            <a:xfrm>
              <a:off x="54404" y="2001471"/>
              <a:ext cx="2663700" cy="515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 algn="ctr">
                <a:buClr>
                  <a:srgbClr val="FFFFFF"/>
                </a:buClr>
                <a:buSzPts val="1800"/>
              </a:pPr>
              <a:r>
                <a:rPr lang="en-GB" sz="2400" dirty="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apt-get install</a:t>
              </a:r>
              <a:endParaRPr sz="2400" dirty="0"/>
            </a:p>
          </p:txBody>
        </p:sp>
        <p:sp>
          <p:nvSpPr>
            <p:cNvPr id="6" name="Google Shape;2240;p181">
              <a:extLst>
                <a:ext uri="{FF2B5EF4-FFF2-40B4-BE49-F238E27FC236}">
                  <a16:creationId xmlns:a16="http://schemas.microsoft.com/office/drawing/2014/main" id="{15DE32FA-68A5-6C95-A5C7-0F14781323C2}"/>
                </a:ext>
              </a:extLst>
            </p:cNvPr>
            <p:cNvSpPr txBox="1"/>
            <p:nvPr/>
          </p:nvSpPr>
          <p:spPr>
            <a:xfrm>
              <a:off x="2862139" y="1984517"/>
              <a:ext cx="490362" cy="492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GB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endParaRPr sz="2400"/>
            </a:p>
          </p:txBody>
        </p:sp>
        <p:sp>
          <p:nvSpPr>
            <p:cNvPr id="7" name="Google Shape;2241;p181">
              <a:extLst>
                <a:ext uri="{FF2B5EF4-FFF2-40B4-BE49-F238E27FC236}">
                  <a16:creationId xmlns:a16="http://schemas.microsoft.com/office/drawing/2014/main" id="{935DB81D-312B-0BED-6C4C-81FDB30DB01B}"/>
                </a:ext>
              </a:extLst>
            </p:cNvPr>
            <p:cNvSpPr/>
            <p:nvPr/>
          </p:nvSpPr>
          <p:spPr>
            <a:xfrm>
              <a:off x="3435404" y="2006373"/>
              <a:ext cx="831000" cy="515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 algn="ctr">
                <a:buClr>
                  <a:srgbClr val="FFFFFF"/>
                </a:buClr>
                <a:buSzPts val="1800"/>
              </a:pPr>
              <a:r>
                <a:rPr lang="en-GB" sz="2400" dirty="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yum</a:t>
              </a:r>
              <a:endParaRPr sz="2400" dirty="0"/>
            </a:p>
          </p:txBody>
        </p:sp>
      </p:grpSp>
      <p:pic>
        <p:nvPicPr>
          <p:cNvPr id="8" name="Google Shape;2242;p181">
            <a:extLst>
              <a:ext uri="{FF2B5EF4-FFF2-40B4-BE49-F238E27FC236}">
                <a16:creationId xmlns:a16="http://schemas.microsoft.com/office/drawing/2014/main" id="{919ABDC6-7D58-D3CA-13A8-F1990E76F54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4044" y="2918226"/>
            <a:ext cx="2835924" cy="587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oogle Shape;2243;p181">
            <a:extLst>
              <a:ext uri="{FF2B5EF4-FFF2-40B4-BE49-F238E27FC236}">
                <a16:creationId xmlns:a16="http://schemas.microsoft.com/office/drawing/2014/main" id="{9194D505-BD10-8796-3A38-EA09E860D19B}"/>
              </a:ext>
            </a:extLst>
          </p:cNvPr>
          <p:cNvGrpSpPr/>
          <p:nvPr/>
        </p:nvGrpSpPr>
        <p:grpSpPr>
          <a:xfrm>
            <a:off x="7086009" y="3212089"/>
            <a:ext cx="4301036" cy="1413333"/>
            <a:chOff x="4947134" y="2191692"/>
            <a:chExt cx="3225777" cy="1413334"/>
          </a:xfrm>
        </p:grpSpPr>
        <p:pic>
          <p:nvPicPr>
            <p:cNvPr id="10" name="Google Shape;2244;p181">
              <a:extLst>
                <a:ext uri="{FF2B5EF4-FFF2-40B4-BE49-F238E27FC236}">
                  <a16:creationId xmlns:a16="http://schemas.microsoft.com/office/drawing/2014/main" id="{7AA1FD7F-5498-FB4C-2EA0-DA88D74BFD7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47134" y="2191692"/>
              <a:ext cx="1413466" cy="1413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2245;p181">
              <a:extLst>
                <a:ext uri="{FF2B5EF4-FFF2-40B4-BE49-F238E27FC236}">
                  <a16:creationId xmlns:a16="http://schemas.microsoft.com/office/drawing/2014/main" id="{BB06ECCF-4284-098A-C702-BC9DA956E7C6}"/>
                </a:ext>
              </a:extLst>
            </p:cNvPr>
            <p:cNvSpPr/>
            <p:nvPr/>
          </p:nvSpPr>
          <p:spPr>
            <a:xfrm>
              <a:off x="6360611" y="2713706"/>
              <a:ext cx="1812300" cy="4629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 algn="ctr">
                <a:buClr>
                  <a:srgbClr val="FFFFFF"/>
                </a:buClr>
                <a:buSzPts val="1800"/>
              </a:pPr>
              <a:r>
                <a:rPr lang="en-GB" sz="24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pip install</a:t>
              </a:r>
              <a:endParaRPr sz="2400"/>
            </a:p>
          </p:txBody>
        </p:sp>
      </p:grpSp>
      <p:grpSp>
        <p:nvGrpSpPr>
          <p:cNvPr id="12" name="Google Shape;2246;p181">
            <a:extLst>
              <a:ext uri="{FF2B5EF4-FFF2-40B4-BE49-F238E27FC236}">
                <a16:creationId xmlns:a16="http://schemas.microsoft.com/office/drawing/2014/main" id="{28611EB7-24B3-553E-8570-5BEF11D82B5B}"/>
              </a:ext>
            </a:extLst>
          </p:cNvPr>
          <p:cNvGrpSpPr/>
          <p:nvPr/>
        </p:nvGrpSpPr>
        <p:grpSpPr>
          <a:xfrm>
            <a:off x="722021" y="3565769"/>
            <a:ext cx="4222147" cy="1316715"/>
            <a:chOff x="2525107" y="3998651"/>
            <a:chExt cx="4222146" cy="1316715"/>
          </a:xfrm>
        </p:grpSpPr>
        <p:pic>
          <p:nvPicPr>
            <p:cNvPr id="13" name="Google Shape;2247;p181">
              <a:extLst>
                <a:ext uri="{FF2B5EF4-FFF2-40B4-BE49-F238E27FC236}">
                  <a16:creationId xmlns:a16="http://schemas.microsoft.com/office/drawing/2014/main" id="{CEF602C9-131D-FFA0-8871-5EAC7C4A4AC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25107" y="3998651"/>
              <a:ext cx="1316715" cy="13167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2248;p181" descr="Screen Shot 2018-09-11 at 15.42.43.png">
              <a:extLst>
                <a:ext uri="{FF2B5EF4-FFF2-40B4-BE49-F238E27FC236}">
                  <a16:creationId xmlns:a16="http://schemas.microsoft.com/office/drawing/2014/main" id="{DD7B6105-FA16-D4CE-6C20-4D3F110366D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40941" y="4283069"/>
              <a:ext cx="2906312" cy="7478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2249;p181">
            <a:extLst>
              <a:ext uri="{FF2B5EF4-FFF2-40B4-BE49-F238E27FC236}">
                <a16:creationId xmlns:a16="http://schemas.microsoft.com/office/drawing/2014/main" id="{0E86EF7C-6572-65B1-BA69-C369952B3BF3}"/>
              </a:ext>
            </a:extLst>
          </p:cNvPr>
          <p:cNvSpPr txBox="1"/>
          <p:nvPr/>
        </p:nvSpPr>
        <p:spPr>
          <a:xfrm>
            <a:off x="8160400" y="5327990"/>
            <a:ext cx="4031600" cy="830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These are all </a:t>
            </a:r>
            <a:r>
              <a:rPr lang="en-GB" sz="2400" i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trying 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to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make your life easier...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2250;p181">
            <a:extLst>
              <a:ext uri="{FF2B5EF4-FFF2-40B4-BE49-F238E27FC236}">
                <a16:creationId xmlns:a16="http://schemas.microsoft.com/office/drawing/2014/main" id="{C03EBB5F-CABA-D23F-1C42-B61DD4348F90}"/>
              </a:ext>
            </a:extLst>
          </p:cNvPr>
          <p:cNvSpPr txBox="1"/>
          <p:nvPr/>
        </p:nvSpPr>
        <p:spPr>
          <a:xfrm>
            <a:off x="150975" y="5327990"/>
            <a:ext cx="4832000" cy="8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Don’t forget 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cpanm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for 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perl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and 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install.packages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() for 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Google Shape;2251;p181">
            <a:extLst>
              <a:ext uri="{FF2B5EF4-FFF2-40B4-BE49-F238E27FC236}">
                <a16:creationId xmlns:a16="http://schemas.microsoft.com/office/drawing/2014/main" id="{F5ADD1EC-9C70-5FA2-8F8A-16E3512A58F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4768" y="4568713"/>
            <a:ext cx="3126833" cy="14681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992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3F6AD3-BC05-927A-6EE5-9DD6E76139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53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2256;p182">
            <a:extLst>
              <a:ext uri="{FF2B5EF4-FFF2-40B4-BE49-F238E27FC236}">
                <a16:creationId xmlns:a16="http://schemas.microsoft.com/office/drawing/2014/main" id="{34A8014F-400E-C1F9-CFF7-2AC2843ABB6D}"/>
              </a:ext>
            </a:extLst>
          </p:cNvPr>
          <p:cNvSpPr txBox="1"/>
          <p:nvPr/>
        </p:nvSpPr>
        <p:spPr>
          <a:xfrm>
            <a:off x="4578600" y="1099440"/>
            <a:ext cx="3034800" cy="1246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Confused!?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Don’t worry, you aren’t the only one!</a:t>
            </a:r>
            <a:endParaRPr sz="1867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6" name="Google Shape;2257;p182">
            <a:extLst>
              <a:ext uri="{FF2B5EF4-FFF2-40B4-BE49-F238E27FC236}">
                <a16:creationId xmlns:a16="http://schemas.microsoft.com/office/drawing/2014/main" id="{573243A4-30FF-3F6E-82DB-B6BC4CEEDD4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53109" y="2484056"/>
            <a:ext cx="4365544" cy="25796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58;p182">
            <a:extLst>
              <a:ext uri="{FF2B5EF4-FFF2-40B4-BE49-F238E27FC236}">
                <a16:creationId xmlns:a16="http://schemas.microsoft.com/office/drawing/2014/main" id="{C6244D2C-E7F1-B24D-30D4-7F0444D18210}"/>
              </a:ext>
            </a:extLst>
          </p:cNvPr>
          <p:cNvSpPr txBox="1"/>
          <p:nvPr/>
        </p:nvSpPr>
        <p:spPr>
          <a:xfrm>
            <a:off x="796120" y="5287263"/>
            <a:ext cx="10679600" cy="93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This section is just to make you aware of software installation techniques so you aren’t surprised when you get home and can’t find </a:t>
            </a:r>
            <a:r>
              <a:rPr lang="en-GB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SAMtools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on your system!</a:t>
            </a:r>
            <a:endParaRPr sz="1867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335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E85B82-B3DC-BA2D-A5FF-01920E5607D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2263;p183">
            <a:extLst>
              <a:ext uri="{FF2B5EF4-FFF2-40B4-BE49-F238E27FC236}">
                <a16:creationId xmlns:a16="http://schemas.microsoft.com/office/drawing/2014/main" id="{2BCE9352-E7CB-6CD1-7E24-055A2E9F598C}"/>
              </a:ext>
            </a:extLst>
          </p:cNvPr>
          <p:cNvSpPr txBox="1"/>
          <p:nvPr/>
        </p:nvSpPr>
        <p:spPr>
          <a:xfrm>
            <a:off x="1049120" y="883808"/>
            <a:ext cx="10655200" cy="9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4400"/>
            </a:pPr>
            <a:r>
              <a:rPr lang="en-GB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after the workshop…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" name="Google Shape;2264;p183">
            <a:extLst>
              <a:ext uri="{FF2B5EF4-FFF2-40B4-BE49-F238E27FC236}">
                <a16:creationId xmlns:a16="http://schemas.microsoft.com/office/drawing/2014/main" id="{FA3ED6A7-F8BF-D10D-EA72-D2345A0F198F}"/>
              </a:ext>
            </a:extLst>
          </p:cNvPr>
          <p:cNvSpPr txBox="1"/>
          <p:nvPr/>
        </p:nvSpPr>
        <p:spPr>
          <a:xfrm>
            <a:off x="259080" y="1795408"/>
            <a:ext cx="11673840" cy="4971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/>
          <a:p>
            <a:pPr algn="ctr"/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 Quick Guide to Organizing Computational Biology Projects.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Noble (2009) </a:t>
            </a:r>
            <a:r>
              <a:rPr lang="en-GB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PLoS</a:t>
            </a: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Computational Biology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u="sng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http://journals.plos.org/ploscompbiol/article?id=10.1371/journal.pcbi.1000424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Best Practices for Scientific Computing. Wilson </a:t>
            </a:r>
            <a:r>
              <a:rPr lang="en-GB" sz="2800" i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et al. </a:t>
            </a: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(2014) </a:t>
            </a:r>
            <a:r>
              <a:rPr lang="en-GB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PLoS</a:t>
            </a:r>
            <a:r>
              <a:rPr lang="en-GB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Biology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400" u="sng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http://journals.plos.org/plosbiology/article?id=10.1371/journal.pbio.1001745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1867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GB" sz="2933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SandBox.bio</a:t>
            </a:r>
            <a:endParaRPr sz="2933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GB" sz="2400" u="sng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https://sandbox.bio/tutorials?id=terminal-basics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2933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GB" sz="2933" dirty="0" err="1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Hackerrank</a:t>
            </a:r>
            <a:endParaRPr sz="2933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GB" sz="2400" u="sng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https://www.hackerrank.com/domains/shell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sz="2933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r>
              <a:rPr lang="en-GB" sz="2933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Google!!</a:t>
            </a:r>
          </a:p>
          <a:p>
            <a:pPr algn="ctr"/>
            <a:r>
              <a:rPr lang="en-GB" sz="2933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CYGWIN- For Linux practice.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0722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78FE56-52FE-2800-5EDA-61B00179AB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79D50-33C5-B327-AE65-FFE7E8299371}"/>
              </a:ext>
            </a:extLst>
          </p:cNvPr>
          <p:cNvSpPr txBox="1"/>
          <p:nvPr/>
        </p:nvSpPr>
        <p:spPr>
          <a:xfrm>
            <a:off x="942108" y="1192228"/>
            <a:ext cx="107552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CHALLENGE 1!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Move into the Data directory and list the contents of your home directory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 Data, make a new directory and move into this location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From this new directory, move into your own home directory (genomics) IN ONE COMMAND and check your location</a:t>
            </a:r>
          </a:p>
          <a:p>
            <a:pPr marL="457200" indent="-457200"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Change to the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workshop_materials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 directory at the following path:</a:t>
            </a:r>
          </a:p>
          <a:p>
            <a:pPr marL="457200" indent="-457200">
              <a:buClr>
                <a:srgbClr val="000000"/>
              </a:buClr>
              <a:buSzPts val="1800"/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457200">
              <a:buClr>
                <a:srgbClr val="000000"/>
              </a:buClr>
              <a:buSzPts val="1800"/>
              <a:buFont typeface="+mj-lt"/>
              <a:buAutoNum type="arabicPeriod"/>
            </a:pP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457200"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Make a copy of this file in the Backup directory you created earlier</a:t>
            </a:r>
            <a:endParaRPr lang="en-US" sz="24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457200" indent="-457200"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Unzip the read files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457200"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Rename the unarchived files – sequence_1.fq and sequence_2.fq</a:t>
            </a:r>
            <a:endParaRPr lang="en-US" sz="2400" dirty="0">
              <a:solidFill>
                <a:srgbClr val="000000"/>
              </a:solidFill>
              <a:latin typeface="Arial"/>
              <a:ea typeface="Calibri"/>
              <a:cs typeface="Arial"/>
              <a:sym typeface="Arial"/>
            </a:endParaRPr>
          </a:p>
          <a:p>
            <a:pPr marL="457200" indent="-457200">
              <a:buClr>
                <a:srgbClr val="000000"/>
              </a:buClr>
              <a:buSzPts val="1800"/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Delete the original .tar file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2091;p165">
            <a:extLst>
              <a:ext uri="{FF2B5EF4-FFF2-40B4-BE49-F238E27FC236}">
                <a16:creationId xmlns:a16="http://schemas.microsoft.com/office/drawing/2014/main" id="{5DE8E6B0-9C24-3FDB-5FDA-E20BC4961E8F}"/>
              </a:ext>
            </a:extLst>
          </p:cNvPr>
          <p:cNvSpPr/>
          <p:nvPr/>
        </p:nvSpPr>
        <p:spPr>
          <a:xfrm>
            <a:off x="4045527" y="3821742"/>
            <a:ext cx="3211484" cy="45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GB" sz="240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usr</a:t>
            </a:r>
            <a:r>
              <a:rPr lang="en-GB" sz="2400" dirty="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/local/DATA</a:t>
            </a:r>
            <a:endParaRPr sz="2400" dirty="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898624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829901-3753-08E3-6434-30FF6ABE51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56</a:t>
            </a:r>
          </a:p>
          <a:p>
            <a:pPr algn="r"/>
            <a:endParaRPr lang="en-US" dirty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E04F70-8FDB-FB4D-F03A-55E603D54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545" y="2001980"/>
            <a:ext cx="2162175" cy="3214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A60813-C3B2-D2FD-BC25-DE6D1D4A44C0}"/>
              </a:ext>
            </a:extLst>
          </p:cNvPr>
          <p:cNvSpPr txBox="1"/>
          <p:nvPr/>
        </p:nvSpPr>
        <p:spPr>
          <a:xfrm>
            <a:off x="716280" y="2001980"/>
            <a:ext cx="8104909" cy="413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was almost called "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- a colleague uploaded it as "Linux" instead, and the name stuck.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Torvalds called it "just a hobby" on Usenet in 1991 - Linux now runs most of the world's servers.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Torvalds also created Git in 2005 - now the world's top version control tool.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BF54D-D110-E55D-5060-E86989260C43}"/>
              </a:ext>
            </a:extLst>
          </p:cNvPr>
          <p:cNvSpPr txBox="1"/>
          <p:nvPr/>
        </p:nvSpPr>
        <p:spPr>
          <a:xfrm>
            <a:off x="4946073" y="1343891"/>
            <a:ext cx="2535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FACTS</a:t>
            </a:r>
          </a:p>
        </p:txBody>
      </p:sp>
    </p:spTree>
    <p:extLst>
      <p:ext uri="{BB962C8B-B14F-4D97-AF65-F5344CB8AC3E}">
        <p14:creationId xmlns:p14="http://schemas.microsoft.com/office/powerpoint/2010/main" val="1161544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2523</Words>
  <Application>Microsoft Office PowerPoint</Application>
  <PresentationFormat>Widescreen</PresentationFormat>
  <Paragraphs>720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Aptos</vt:lpstr>
      <vt:lpstr>Arial</vt:lpstr>
      <vt:lpstr>Calibri</vt:lpstr>
      <vt:lpstr>Cambria</vt:lpstr>
      <vt:lpstr>Courier New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S0192314</cp:lastModifiedBy>
  <cp:revision>89</cp:revision>
  <dcterms:created xsi:type="dcterms:W3CDTF">2026-08-25T11:32:45Z</dcterms:created>
  <dcterms:modified xsi:type="dcterms:W3CDTF">2026-08-29T06:53:42Z</dcterms:modified>
</cp:coreProperties>
</file>